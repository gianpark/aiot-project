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9" r:id="rId5"/>
    <p:sldMasterId id="2147483678" r:id="rId6"/>
    <p:sldMasterId id="2147483687" r:id="rId7"/>
    <p:sldMasterId id="2147483764" r:id="rId8"/>
  </p:sldMasterIdLst>
  <p:notesMasterIdLst>
    <p:notesMasterId r:id="rId38"/>
  </p:notesMasterIdLst>
  <p:sldIdLst>
    <p:sldId id="401" r:id="rId9"/>
    <p:sldId id="258" r:id="rId10"/>
    <p:sldId id="581" r:id="rId11"/>
    <p:sldId id="675" r:id="rId12"/>
    <p:sldId id="678" r:id="rId13"/>
    <p:sldId id="679" r:id="rId14"/>
    <p:sldId id="680" r:id="rId15"/>
    <p:sldId id="681" r:id="rId16"/>
    <p:sldId id="667" r:id="rId17"/>
    <p:sldId id="674" r:id="rId18"/>
    <p:sldId id="669" r:id="rId19"/>
    <p:sldId id="672" r:id="rId20"/>
    <p:sldId id="676" r:id="rId21"/>
    <p:sldId id="677" r:id="rId22"/>
    <p:sldId id="661" r:id="rId23"/>
    <p:sldId id="652" r:id="rId24"/>
    <p:sldId id="653" r:id="rId25"/>
    <p:sldId id="647" r:id="rId26"/>
    <p:sldId id="617" r:id="rId27"/>
    <p:sldId id="618" r:id="rId28"/>
    <p:sldId id="619" r:id="rId29"/>
    <p:sldId id="307" r:id="rId30"/>
    <p:sldId id="263" r:id="rId31"/>
    <p:sldId id="303" r:id="rId32"/>
    <p:sldId id="315" r:id="rId33"/>
    <p:sldId id="419" r:id="rId34"/>
    <p:sldId id="632" r:id="rId35"/>
    <p:sldId id="280" r:id="rId36"/>
    <p:sldId id="40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6390C4-C26B-4B86-804B-526919663CCD}" v="1544" dt="2024-04-01T11:49:40.9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24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microsoft.com/office/2015/10/relationships/revisionInfo" Target="revisionInfo.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E1C403-DD61-4B23-9D78-644015C4F50D}" type="doc">
      <dgm:prSet loTypeId="urn:diagrams.loki3.com/VaryingWidthList" loCatId="list" qsTypeId="urn:microsoft.com/office/officeart/2005/8/quickstyle/simple5" qsCatId="simple" csTypeId="urn:microsoft.com/office/officeart/2005/8/colors/accent0_1" csCatId="mainScheme" phldr="1"/>
      <dgm:spPr/>
      <dgm:t>
        <a:bodyPr/>
        <a:lstStyle/>
        <a:p>
          <a:endParaRPr lang="en-IN"/>
        </a:p>
      </dgm:t>
    </dgm:pt>
    <dgm:pt modelId="{3F0C8C50-A1A3-471C-890A-0BD367456BAF}">
      <dgm:prSet custT="1"/>
      <dgm:spPr/>
      <dgm:t>
        <a:bodyPr/>
        <a:lstStyle/>
        <a:p>
          <a:pPr marL="0" lvl="0" indent="0" algn="ctr" defTabSz="1111250">
            <a:lnSpc>
              <a:spcPct val="90000"/>
            </a:lnSpc>
            <a:spcBef>
              <a:spcPct val="0"/>
            </a:spcBef>
            <a:spcAft>
              <a:spcPct val="35000"/>
            </a:spcAft>
            <a:buNone/>
          </a:pPr>
          <a:r>
            <a:rPr lang="en-IN" sz="2000" kern="1200" dirty="0">
              <a:latin typeface="Arial"/>
              <a:ea typeface="+mn-ea"/>
              <a:cs typeface="+mn-cs"/>
            </a:rPr>
            <a:t>Research Progress</a:t>
          </a:r>
        </a:p>
      </dgm:t>
    </dgm:pt>
    <dgm:pt modelId="{711B2159-0F8F-4699-B671-21EA3699DB83}" type="parTrans" cxnId="{CF58935E-D7B3-49CF-8F5A-E355C4998700}">
      <dgm:prSet/>
      <dgm:spPr/>
      <dgm:t>
        <a:bodyPr/>
        <a:lstStyle/>
        <a:p>
          <a:endParaRPr lang="en-IN"/>
        </a:p>
      </dgm:t>
    </dgm:pt>
    <dgm:pt modelId="{AA535C34-59B6-4758-8FCC-EA3A8B5F3433}" type="sibTrans" cxnId="{CF58935E-D7B3-49CF-8F5A-E355C4998700}">
      <dgm:prSet/>
      <dgm:spPr/>
      <dgm:t>
        <a:bodyPr/>
        <a:lstStyle/>
        <a:p>
          <a:endParaRPr lang="en-IN"/>
        </a:p>
      </dgm:t>
    </dgm:pt>
    <dgm:pt modelId="{13622319-15D2-4B91-98F1-31CD5E5B098F}">
      <dgm:prSet phldrT="[Text]" custT="1"/>
      <dgm:spPr/>
      <dgm:t>
        <a:bodyPr/>
        <a:lstStyle/>
        <a:p>
          <a:pPr marL="0" lvl="0" indent="0" algn="ctr" defTabSz="1111250">
            <a:lnSpc>
              <a:spcPct val="90000"/>
            </a:lnSpc>
            <a:spcBef>
              <a:spcPct val="0"/>
            </a:spcBef>
            <a:spcAft>
              <a:spcPct val="35000"/>
            </a:spcAft>
            <a:buNone/>
          </a:pPr>
          <a:r>
            <a:rPr lang="en-IN" sz="2000" kern="1200" dirty="0">
              <a:latin typeface="Arial"/>
              <a:ea typeface="+mn-ea"/>
              <a:cs typeface="+mn-cs"/>
            </a:rPr>
            <a:t>References</a:t>
          </a:r>
        </a:p>
      </dgm:t>
    </dgm:pt>
    <dgm:pt modelId="{E484690D-FFC5-4E5E-BDAF-1D511BEFF663}" type="parTrans" cxnId="{1679545C-153E-42CE-A071-810A241E75C6}">
      <dgm:prSet/>
      <dgm:spPr/>
      <dgm:t>
        <a:bodyPr/>
        <a:lstStyle/>
        <a:p>
          <a:endParaRPr lang="en-IN"/>
        </a:p>
      </dgm:t>
    </dgm:pt>
    <dgm:pt modelId="{71DBDC0A-AE57-4A22-8255-5005691AD9D6}" type="sibTrans" cxnId="{1679545C-153E-42CE-A071-810A241E75C6}">
      <dgm:prSet/>
      <dgm:spPr/>
      <dgm:t>
        <a:bodyPr/>
        <a:lstStyle/>
        <a:p>
          <a:endParaRPr lang="en-IN"/>
        </a:p>
      </dgm:t>
    </dgm:pt>
    <dgm:pt modelId="{553C3A27-0AF5-4E07-8C24-90FC892CBEF2}">
      <dgm:prSet custT="1"/>
      <dgm:spPr/>
      <dgm:t>
        <a:bodyPr/>
        <a:lstStyle/>
        <a:p>
          <a:pPr marL="0" lvl="0" indent="0" algn="ctr" defTabSz="1111250">
            <a:lnSpc>
              <a:spcPct val="90000"/>
            </a:lnSpc>
            <a:spcBef>
              <a:spcPct val="0"/>
            </a:spcBef>
            <a:spcAft>
              <a:spcPct val="35000"/>
            </a:spcAft>
            <a:buNone/>
          </a:pPr>
          <a:r>
            <a:rPr lang="en-IN" sz="2000" kern="1200" dirty="0">
              <a:latin typeface="Arial"/>
              <a:ea typeface="+mn-ea"/>
              <a:cs typeface="+mn-cs"/>
            </a:rPr>
            <a:t>Study Objective</a:t>
          </a:r>
        </a:p>
      </dgm:t>
    </dgm:pt>
    <dgm:pt modelId="{A5F0805D-AAF3-4C51-B0B7-9E1D4C5E1F79}" type="parTrans" cxnId="{BF3379A7-4975-45C9-95ED-3CA3F5550D28}">
      <dgm:prSet/>
      <dgm:spPr/>
      <dgm:t>
        <a:bodyPr/>
        <a:lstStyle/>
        <a:p>
          <a:endParaRPr lang="en-IN"/>
        </a:p>
      </dgm:t>
    </dgm:pt>
    <dgm:pt modelId="{02CDEC1A-436C-4A77-AB77-D6FC46DB7330}" type="sibTrans" cxnId="{BF3379A7-4975-45C9-95ED-3CA3F5550D28}">
      <dgm:prSet/>
      <dgm:spPr/>
      <dgm:t>
        <a:bodyPr/>
        <a:lstStyle/>
        <a:p>
          <a:endParaRPr lang="en-IN"/>
        </a:p>
      </dgm:t>
    </dgm:pt>
    <dgm:pt modelId="{59A75221-3032-4D44-9C81-D4A2F9897D1E}">
      <dgm:prSet custT="1"/>
      <dgm:spPr/>
      <dgm:t>
        <a:bodyPr/>
        <a:lstStyle/>
        <a:p>
          <a:pPr marL="0" lvl="0" indent="0" algn="ctr" defTabSz="1111250">
            <a:lnSpc>
              <a:spcPct val="90000"/>
            </a:lnSpc>
            <a:spcBef>
              <a:spcPct val="0"/>
            </a:spcBef>
            <a:spcAft>
              <a:spcPct val="35000"/>
            </a:spcAft>
            <a:buNone/>
          </a:pPr>
          <a:r>
            <a:rPr lang="en-IN" sz="2000" kern="1200">
              <a:solidFill>
                <a:srgbClr val="0C343D">
                  <a:hueOff val="0"/>
                  <a:satOff val="0"/>
                  <a:lumOff val="0"/>
                  <a:alphaOff val="0"/>
                </a:srgbClr>
              </a:solidFill>
              <a:latin typeface="Arial"/>
              <a:ea typeface="+mn-ea"/>
              <a:cs typeface="+mn-cs"/>
            </a:rPr>
            <a:t>Features in  visual object  tracking</a:t>
          </a:r>
        </a:p>
      </dgm:t>
    </dgm:pt>
    <dgm:pt modelId="{FE153837-5D8D-4EEA-8CF3-F537F5835D03}" type="parTrans" cxnId="{464EC862-3601-4AD5-9479-FD3261B9A57F}">
      <dgm:prSet/>
      <dgm:spPr/>
      <dgm:t>
        <a:bodyPr/>
        <a:lstStyle/>
        <a:p>
          <a:endParaRPr lang="en-US"/>
        </a:p>
      </dgm:t>
    </dgm:pt>
    <dgm:pt modelId="{C629B565-3783-4720-BB31-AC09C25037CC}" type="sibTrans" cxnId="{464EC862-3601-4AD5-9479-FD3261B9A57F}">
      <dgm:prSet/>
      <dgm:spPr/>
      <dgm:t>
        <a:bodyPr/>
        <a:lstStyle/>
        <a:p>
          <a:endParaRPr lang="en-US"/>
        </a:p>
      </dgm:t>
    </dgm:pt>
    <dgm:pt modelId="{C0ECF863-20BE-4F5D-942A-208B55D9DEB6}">
      <dgm:prSet custT="1"/>
      <dgm:spPr/>
      <dgm:t>
        <a:bodyPr/>
        <a:lstStyle/>
        <a:p>
          <a:pPr marL="0" lvl="0" indent="0" algn="ctr" defTabSz="1111250">
            <a:lnSpc>
              <a:spcPct val="90000"/>
            </a:lnSpc>
            <a:spcBef>
              <a:spcPct val="0"/>
            </a:spcBef>
            <a:spcAft>
              <a:spcPct val="35000"/>
            </a:spcAft>
            <a:buNone/>
          </a:pPr>
          <a:r>
            <a:rPr lang="en-IN" sz="2000" kern="1200">
              <a:solidFill>
                <a:srgbClr val="0C343D">
                  <a:hueOff val="0"/>
                  <a:satOff val="0"/>
                  <a:lumOff val="0"/>
                  <a:alphaOff val="0"/>
                </a:srgbClr>
              </a:solidFill>
              <a:latin typeface="Arial"/>
              <a:ea typeface="+mn-ea"/>
              <a:cs typeface="+mn-cs"/>
            </a:rPr>
            <a:t>Experimental analysis</a:t>
          </a:r>
        </a:p>
      </dgm:t>
    </dgm:pt>
    <dgm:pt modelId="{B2564417-F765-4322-88FC-19EE871C3F80}" type="parTrans" cxnId="{BBC609EE-CD8D-45A1-9952-746C70342FAF}">
      <dgm:prSet/>
      <dgm:spPr/>
      <dgm:t>
        <a:bodyPr/>
        <a:lstStyle/>
        <a:p>
          <a:endParaRPr lang="en-US"/>
        </a:p>
      </dgm:t>
    </dgm:pt>
    <dgm:pt modelId="{C3CE5E21-C8CE-48A3-8F88-C36B16943DE4}" type="sibTrans" cxnId="{BBC609EE-CD8D-45A1-9952-746C70342FAF}">
      <dgm:prSet/>
      <dgm:spPr/>
      <dgm:t>
        <a:bodyPr/>
        <a:lstStyle/>
        <a:p>
          <a:endParaRPr lang="en-US"/>
        </a:p>
      </dgm:t>
    </dgm:pt>
    <dgm:pt modelId="{A429A6D9-25FB-47AF-AB7C-0C9A1484A05C}">
      <dgm:prSet custT="1"/>
      <dgm:spPr/>
      <dgm:t>
        <a:bodyPr/>
        <a:lstStyle/>
        <a:p>
          <a:pPr marL="0" lvl="0" indent="0" algn="ctr" defTabSz="1111250">
            <a:lnSpc>
              <a:spcPct val="90000"/>
            </a:lnSpc>
            <a:spcBef>
              <a:spcPct val="0"/>
            </a:spcBef>
            <a:spcAft>
              <a:spcPct val="35000"/>
            </a:spcAft>
            <a:buNone/>
          </a:pPr>
          <a:r>
            <a:rPr lang="en-IN" sz="2000" kern="1200" dirty="0">
              <a:solidFill>
                <a:srgbClr val="0C343D">
                  <a:hueOff val="0"/>
                  <a:satOff val="0"/>
                  <a:lumOff val="0"/>
                  <a:alphaOff val="0"/>
                </a:srgbClr>
              </a:solidFill>
              <a:latin typeface="Arial"/>
              <a:ea typeface="+mn-ea"/>
              <a:cs typeface="+mn-cs"/>
            </a:rPr>
            <a:t>Research Background and study objective</a:t>
          </a:r>
        </a:p>
      </dgm:t>
    </dgm:pt>
    <dgm:pt modelId="{9948BBE8-15B1-4CA9-8353-3CA519673E5D}" type="parTrans" cxnId="{DF4B6FB1-F534-466B-97B4-EE0D3661C65E}">
      <dgm:prSet/>
      <dgm:spPr/>
      <dgm:t>
        <a:bodyPr/>
        <a:lstStyle/>
        <a:p>
          <a:endParaRPr lang="en-US"/>
        </a:p>
      </dgm:t>
    </dgm:pt>
    <dgm:pt modelId="{25ADC6FD-1525-46F9-AD34-EBFE04B4E9BD}" type="sibTrans" cxnId="{DF4B6FB1-F534-466B-97B4-EE0D3661C65E}">
      <dgm:prSet/>
      <dgm:spPr/>
      <dgm:t>
        <a:bodyPr/>
        <a:lstStyle/>
        <a:p>
          <a:endParaRPr lang="en-US"/>
        </a:p>
      </dgm:t>
    </dgm:pt>
    <dgm:pt modelId="{EF7116A6-2095-4A2E-964E-5F638E7508D5}">
      <dgm:prSet custT="1"/>
      <dgm:spPr>
        <a:gradFill rotWithShape="0">
          <a:gsLst>
            <a:gs pos="0">
              <a:srgbClr val="00C3B1">
                <a:hueOff val="0"/>
                <a:satOff val="0"/>
                <a:lumOff val="0"/>
                <a:alphaOff val="0"/>
                <a:tint val="100000"/>
                <a:shade val="100000"/>
                <a:satMod val="130000"/>
              </a:srgbClr>
            </a:gs>
            <a:gs pos="100000">
              <a:srgbClr val="00C3B1">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spcFirstLastPara="0" vert="horz" wrap="square" lIns="50800" tIns="50800" rIns="50800" bIns="50800" numCol="1" spcCol="1270" anchor="ctr" anchorCtr="0"/>
        <a:lstStyle/>
        <a:p>
          <a:pPr marL="0" lvl="0" indent="0" algn="ctr" defTabSz="1111250">
            <a:lnSpc>
              <a:spcPct val="90000"/>
            </a:lnSpc>
            <a:spcBef>
              <a:spcPct val="0"/>
            </a:spcBef>
            <a:spcAft>
              <a:spcPct val="35000"/>
            </a:spcAft>
            <a:buNone/>
          </a:pPr>
          <a:r>
            <a:rPr lang="en-IN" sz="2000" kern="1200" dirty="0">
              <a:latin typeface="Arial"/>
              <a:ea typeface="+mn-ea"/>
              <a:cs typeface="+mn-cs"/>
            </a:rPr>
            <a:t>Research Schedule</a:t>
          </a:r>
          <a:endParaRPr lang="en-IN" sz="2000" kern="1200" dirty="0">
            <a:solidFill>
              <a:srgbClr val="0C343D">
                <a:hueOff val="0"/>
                <a:satOff val="0"/>
                <a:lumOff val="0"/>
                <a:alphaOff val="0"/>
              </a:srgbClr>
            </a:solidFill>
            <a:latin typeface="Arial"/>
            <a:ea typeface="+mn-ea"/>
            <a:cs typeface="+mn-cs"/>
          </a:endParaRPr>
        </a:p>
      </dgm:t>
    </dgm:pt>
    <dgm:pt modelId="{17A8548F-25B8-4AA5-B042-E585CFAD5320}" type="sibTrans" cxnId="{4007C466-840A-4560-A911-B2AFE3837770}">
      <dgm:prSet/>
      <dgm:spPr/>
      <dgm:t>
        <a:bodyPr/>
        <a:lstStyle/>
        <a:p>
          <a:endParaRPr lang="en-IN"/>
        </a:p>
      </dgm:t>
    </dgm:pt>
    <dgm:pt modelId="{81931C84-4518-4468-BB3C-C16A0DB3DDBD}" type="parTrans" cxnId="{4007C466-840A-4560-A911-B2AFE3837770}">
      <dgm:prSet/>
      <dgm:spPr/>
      <dgm:t>
        <a:bodyPr/>
        <a:lstStyle/>
        <a:p>
          <a:endParaRPr lang="en-IN"/>
        </a:p>
      </dgm:t>
    </dgm:pt>
    <dgm:pt modelId="{BF01DDF6-DE44-496A-8BEE-C6164BE350CA}" type="pres">
      <dgm:prSet presAssocID="{4DE1C403-DD61-4B23-9D78-644015C4F50D}" presName="Name0" presStyleCnt="0">
        <dgm:presLayoutVars>
          <dgm:resizeHandles/>
        </dgm:presLayoutVars>
      </dgm:prSet>
      <dgm:spPr/>
    </dgm:pt>
    <dgm:pt modelId="{4C4B831C-BC8F-40EF-9B31-E8BD38CAE598}" type="pres">
      <dgm:prSet presAssocID="{3F0C8C50-A1A3-471C-890A-0BD367456BAF}" presName="text" presStyleLbl="node1" presStyleIdx="0" presStyleCnt="7" custScaleX="390026" custScaleY="43862">
        <dgm:presLayoutVars>
          <dgm:bulletEnabled val="1"/>
        </dgm:presLayoutVars>
      </dgm:prSet>
      <dgm:spPr/>
    </dgm:pt>
    <dgm:pt modelId="{27A7F551-F0CD-4EF2-B3F6-111DD5892021}" type="pres">
      <dgm:prSet presAssocID="{AA535C34-59B6-4758-8FCC-EA3A8B5F3433}" presName="space" presStyleCnt="0"/>
      <dgm:spPr/>
    </dgm:pt>
    <dgm:pt modelId="{C5DCC1BF-758C-4420-9A86-1B127F47FCAA}" type="pres">
      <dgm:prSet presAssocID="{A429A6D9-25FB-47AF-AB7C-0C9A1484A05C}" presName="text" presStyleLbl="node1" presStyleIdx="1" presStyleCnt="7" custScaleX="192784" custScaleY="43862">
        <dgm:presLayoutVars>
          <dgm:bulletEnabled val="1"/>
        </dgm:presLayoutVars>
      </dgm:prSet>
      <dgm:spPr/>
    </dgm:pt>
    <dgm:pt modelId="{29A8006E-F72C-4E02-890E-8CC94B1B3D9A}" type="pres">
      <dgm:prSet presAssocID="{25ADC6FD-1525-46F9-AD34-EBFE04B4E9BD}" presName="space" presStyleCnt="0"/>
      <dgm:spPr/>
    </dgm:pt>
    <dgm:pt modelId="{69B7B647-E555-430C-917D-E815D109F9DD}" type="pres">
      <dgm:prSet presAssocID="{59A75221-3032-4D44-9C81-D4A2F9897D1E}" presName="text" presStyleLbl="node1" presStyleIdx="2" presStyleCnt="7" custScaleX="234518" custScaleY="43862">
        <dgm:presLayoutVars>
          <dgm:bulletEnabled val="1"/>
        </dgm:presLayoutVars>
      </dgm:prSet>
      <dgm:spPr/>
    </dgm:pt>
    <dgm:pt modelId="{99CFA38F-34BE-418C-850C-2DB21F1B8E3C}" type="pres">
      <dgm:prSet presAssocID="{C629B565-3783-4720-BB31-AC09C25037CC}" presName="space" presStyleCnt="0"/>
      <dgm:spPr/>
    </dgm:pt>
    <dgm:pt modelId="{0B1F449A-8F91-4C79-936B-513EC9B6A918}" type="pres">
      <dgm:prSet presAssocID="{C0ECF863-20BE-4F5D-942A-208B55D9DEB6}" presName="text" presStyleLbl="node1" presStyleIdx="3" presStyleCnt="7" custScaleX="317861" custScaleY="43862">
        <dgm:presLayoutVars>
          <dgm:bulletEnabled val="1"/>
        </dgm:presLayoutVars>
      </dgm:prSet>
      <dgm:spPr/>
    </dgm:pt>
    <dgm:pt modelId="{79E3971F-301D-4D22-B3EB-A89AADDD1349}" type="pres">
      <dgm:prSet presAssocID="{C3CE5E21-C8CE-48A3-8F88-C36B16943DE4}" presName="space" presStyleCnt="0"/>
      <dgm:spPr/>
    </dgm:pt>
    <dgm:pt modelId="{943299FB-B835-4B09-B07D-AA93782E05F1}" type="pres">
      <dgm:prSet presAssocID="{553C3A27-0AF5-4E07-8C24-90FC892CBEF2}" presName="text" presStyleLbl="node1" presStyleIdx="4" presStyleCnt="7" custScaleX="572041" custScaleY="43862">
        <dgm:presLayoutVars>
          <dgm:bulletEnabled val="1"/>
        </dgm:presLayoutVars>
      </dgm:prSet>
      <dgm:spPr/>
    </dgm:pt>
    <dgm:pt modelId="{154EAFC2-1493-4173-AB32-8ECFDD34F9A2}" type="pres">
      <dgm:prSet presAssocID="{02CDEC1A-436C-4A77-AB77-D6FC46DB7330}" presName="space" presStyleCnt="0"/>
      <dgm:spPr/>
    </dgm:pt>
    <dgm:pt modelId="{B29EE216-48FA-4CDA-80DE-1EF658A7CE73}" type="pres">
      <dgm:prSet presAssocID="{EF7116A6-2095-4A2E-964E-5F638E7508D5}" presName="text" presStyleLbl="node1" presStyleIdx="5" presStyleCnt="7" custScaleX="429217" custScaleY="43862">
        <dgm:presLayoutVars>
          <dgm:bulletEnabled val="1"/>
        </dgm:presLayoutVars>
      </dgm:prSet>
      <dgm:spPr>
        <a:xfrm>
          <a:off x="2408920" y="2738989"/>
          <a:ext cx="2569074" cy="651873"/>
        </a:xfrm>
        <a:prstGeom prst="rect">
          <a:avLst/>
        </a:prstGeom>
      </dgm:spPr>
    </dgm:pt>
    <dgm:pt modelId="{DF629CA9-9775-4B13-AE5E-CC57FA370947}" type="pres">
      <dgm:prSet presAssocID="{17A8548F-25B8-4AA5-B042-E585CFAD5320}" presName="space" presStyleCnt="0"/>
      <dgm:spPr/>
    </dgm:pt>
    <dgm:pt modelId="{B5FA5B1B-EEAC-45F3-86D4-067BCD158C16}" type="pres">
      <dgm:prSet presAssocID="{13622319-15D2-4B91-98F1-31CD5E5B098F}" presName="text" presStyleLbl="node1" presStyleIdx="6" presStyleCnt="7" custScaleX="975656" custScaleY="43862">
        <dgm:presLayoutVars>
          <dgm:bulletEnabled val="1"/>
        </dgm:presLayoutVars>
      </dgm:prSet>
      <dgm:spPr/>
    </dgm:pt>
  </dgm:ptLst>
  <dgm:cxnLst>
    <dgm:cxn modelId="{D9152D36-6F83-4E43-823F-664FA5320EAF}" type="presOf" srcId="{13622319-15D2-4B91-98F1-31CD5E5B098F}" destId="{B5FA5B1B-EEAC-45F3-86D4-067BCD158C16}" srcOrd="0" destOrd="0" presId="urn:diagrams.loki3.com/VaryingWidthList"/>
    <dgm:cxn modelId="{1679545C-153E-42CE-A071-810A241E75C6}" srcId="{4DE1C403-DD61-4B23-9D78-644015C4F50D}" destId="{13622319-15D2-4B91-98F1-31CD5E5B098F}" srcOrd="6" destOrd="0" parTransId="{E484690D-FFC5-4E5E-BDAF-1D511BEFF663}" sibTransId="{71DBDC0A-AE57-4A22-8255-5005691AD9D6}"/>
    <dgm:cxn modelId="{CF58935E-D7B3-49CF-8F5A-E355C4998700}" srcId="{4DE1C403-DD61-4B23-9D78-644015C4F50D}" destId="{3F0C8C50-A1A3-471C-890A-0BD367456BAF}" srcOrd="0" destOrd="0" parTransId="{711B2159-0F8F-4699-B671-21EA3699DB83}" sibTransId="{AA535C34-59B6-4758-8FCC-EA3A8B5F3433}"/>
    <dgm:cxn modelId="{464EC862-3601-4AD5-9479-FD3261B9A57F}" srcId="{4DE1C403-DD61-4B23-9D78-644015C4F50D}" destId="{59A75221-3032-4D44-9C81-D4A2F9897D1E}" srcOrd="2" destOrd="0" parTransId="{FE153837-5D8D-4EEA-8CF3-F537F5835D03}" sibTransId="{C629B565-3783-4720-BB31-AC09C25037CC}"/>
    <dgm:cxn modelId="{4007C466-840A-4560-A911-B2AFE3837770}" srcId="{4DE1C403-DD61-4B23-9D78-644015C4F50D}" destId="{EF7116A6-2095-4A2E-964E-5F638E7508D5}" srcOrd="5" destOrd="0" parTransId="{81931C84-4518-4468-BB3C-C16A0DB3DDBD}" sibTransId="{17A8548F-25B8-4AA5-B042-E585CFAD5320}"/>
    <dgm:cxn modelId="{915F2F47-3EEF-453D-9AB9-1D35F326218F}" type="presOf" srcId="{A429A6D9-25FB-47AF-AB7C-0C9A1484A05C}" destId="{C5DCC1BF-758C-4420-9A86-1B127F47FCAA}" srcOrd="0" destOrd="0" presId="urn:diagrams.loki3.com/VaryingWidthList"/>
    <dgm:cxn modelId="{AE234371-2D17-4E89-9474-91DABCF5D319}" type="presOf" srcId="{3F0C8C50-A1A3-471C-890A-0BD367456BAF}" destId="{4C4B831C-BC8F-40EF-9B31-E8BD38CAE598}" srcOrd="0" destOrd="0" presId="urn:diagrams.loki3.com/VaryingWidthList"/>
    <dgm:cxn modelId="{98BF8177-5722-4D6E-91EF-A9B667CEBC9A}" type="presOf" srcId="{4DE1C403-DD61-4B23-9D78-644015C4F50D}" destId="{BF01DDF6-DE44-496A-8BEE-C6164BE350CA}" srcOrd="0" destOrd="0" presId="urn:diagrams.loki3.com/VaryingWidthList"/>
    <dgm:cxn modelId="{EAC56258-B274-466F-948F-5AFF10EF6EAE}" type="presOf" srcId="{553C3A27-0AF5-4E07-8C24-90FC892CBEF2}" destId="{943299FB-B835-4B09-B07D-AA93782E05F1}" srcOrd="0" destOrd="0" presId="urn:diagrams.loki3.com/VaryingWidthList"/>
    <dgm:cxn modelId="{BF3379A7-4975-45C9-95ED-3CA3F5550D28}" srcId="{4DE1C403-DD61-4B23-9D78-644015C4F50D}" destId="{553C3A27-0AF5-4E07-8C24-90FC892CBEF2}" srcOrd="4" destOrd="0" parTransId="{A5F0805D-AAF3-4C51-B0B7-9E1D4C5E1F79}" sibTransId="{02CDEC1A-436C-4A77-AB77-D6FC46DB7330}"/>
    <dgm:cxn modelId="{DF4B6FB1-F534-466B-97B4-EE0D3661C65E}" srcId="{4DE1C403-DD61-4B23-9D78-644015C4F50D}" destId="{A429A6D9-25FB-47AF-AB7C-0C9A1484A05C}" srcOrd="1" destOrd="0" parTransId="{9948BBE8-15B1-4CA9-8353-3CA519673E5D}" sibTransId="{25ADC6FD-1525-46F9-AD34-EBFE04B4E9BD}"/>
    <dgm:cxn modelId="{52158BD4-B7DD-43CB-853D-AE43C80172BA}" type="presOf" srcId="{C0ECF863-20BE-4F5D-942A-208B55D9DEB6}" destId="{0B1F449A-8F91-4C79-936B-513EC9B6A918}" srcOrd="0" destOrd="0" presId="urn:diagrams.loki3.com/VaryingWidthList"/>
    <dgm:cxn modelId="{164448E1-7694-4C0C-A4A9-4C90C63C8FEB}" type="presOf" srcId="{59A75221-3032-4D44-9C81-D4A2F9897D1E}" destId="{69B7B647-E555-430C-917D-E815D109F9DD}" srcOrd="0" destOrd="0" presId="urn:diagrams.loki3.com/VaryingWidthList"/>
    <dgm:cxn modelId="{56C713ED-A604-4AC2-94FC-9C69734A0814}" type="presOf" srcId="{EF7116A6-2095-4A2E-964E-5F638E7508D5}" destId="{B29EE216-48FA-4CDA-80DE-1EF658A7CE73}" srcOrd="0" destOrd="0" presId="urn:diagrams.loki3.com/VaryingWidthList"/>
    <dgm:cxn modelId="{BBC609EE-CD8D-45A1-9952-746C70342FAF}" srcId="{4DE1C403-DD61-4B23-9D78-644015C4F50D}" destId="{C0ECF863-20BE-4F5D-942A-208B55D9DEB6}" srcOrd="3" destOrd="0" parTransId="{B2564417-F765-4322-88FC-19EE871C3F80}" sibTransId="{C3CE5E21-C8CE-48A3-8F88-C36B16943DE4}"/>
    <dgm:cxn modelId="{ACD4B75F-30CC-4B39-9826-06ADDF3C966C}" type="presParOf" srcId="{BF01DDF6-DE44-496A-8BEE-C6164BE350CA}" destId="{4C4B831C-BC8F-40EF-9B31-E8BD38CAE598}" srcOrd="0" destOrd="0" presId="urn:diagrams.loki3.com/VaryingWidthList"/>
    <dgm:cxn modelId="{FF206499-B775-4A8E-9E33-5D1291842B46}" type="presParOf" srcId="{BF01DDF6-DE44-496A-8BEE-C6164BE350CA}" destId="{27A7F551-F0CD-4EF2-B3F6-111DD5892021}" srcOrd="1" destOrd="0" presId="urn:diagrams.loki3.com/VaryingWidthList"/>
    <dgm:cxn modelId="{3619AE79-6220-45A9-9728-8D1214A3E196}" type="presParOf" srcId="{BF01DDF6-DE44-496A-8BEE-C6164BE350CA}" destId="{C5DCC1BF-758C-4420-9A86-1B127F47FCAA}" srcOrd="2" destOrd="0" presId="urn:diagrams.loki3.com/VaryingWidthList"/>
    <dgm:cxn modelId="{0B3ED571-2EF8-4EF9-A0A3-3BA59B0BDD0C}" type="presParOf" srcId="{BF01DDF6-DE44-496A-8BEE-C6164BE350CA}" destId="{29A8006E-F72C-4E02-890E-8CC94B1B3D9A}" srcOrd="3" destOrd="0" presId="urn:diagrams.loki3.com/VaryingWidthList"/>
    <dgm:cxn modelId="{D64685C9-9C06-4725-91C5-8B2027CF4EFE}" type="presParOf" srcId="{BF01DDF6-DE44-496A-8BEE-C6164BE350CA}" destId="{69B7B647-E555-430C-917D-E815D109F9DD}" srcOrd="4" destOrd="0" presId="urn:diagrams.loki3.com/VaryingWidthList"/>
    <dgm:cxn modelId="{BC76F08D-5445-49FD-A8A0-C6440AC70A8F}" type="presParOf" srcId="{BF01DDF6-DE44-496A-8BEE-C6164BE350CA}" destId="{99CFA38F-34BE-418C-850C-2DB21F1B8E3C}" srcOrd="5" destOrd="0" presId="urn:diagrams.loki3.com/VaryingWidthList"/>
    <dgm:cxn modelId="{C36891A8-DFB6-4BAB-89D9-7A23178DCD28}" type="presParOf" srcId="{BF01DDF6-DE44-496A-8BEE-C6164BE350CA}" destId="{0B1F449A-8F91-4C79-936B-513EC9B6A918}" srcOrd="6" destOrd="0" presId="urn:diagrams.loki3.com/VaryingWidthList"/>
    <dgm:cxn modelId="{6D4C3920-E65F-4A25-AAFE-F688FD0EE66A}" type="presParOf" srcId="{BF01DDF6-DE44-496A-8BEE-C6164BE350CA}" destId="{79E3971F-301D-4D22-B3EB-A89AADDD1349}" srcOrd="7" destOrd="0" presId="urn:diagrams.loki3.com/VaryingWidthList"/>
    <dgm:cxn modelId="{C3B0538A-1D60-4918-BDF5-16AD8D05C083}" type="presParOf" srcId="{BF01DDF6-DE44-496A-8BEE-C6164BE350CA}" destId="{943299FB-B835-4B09-B07D-AA93782E05F1}" srcOrd="8" destOrd="0" presId="urn:diagrams.loki3.com/VaryingWidthList"/>
    <dgm:cxn modelId="{D42DC61C-C298-4578-B503-2227B7492E8A}" type="presParOf" srcId="{BF01DDF6-DE44-496A-8BEE-C6164BE350CA}" destId="{154EAFC2-1493-4173-AB32-8ECFDD34F9A2}" srcOrd="9" destOrd="0" presId="urn:diagrams.loki3.com/VaryingWidthList"/>
    <dgm:cxn modelId="{186C849C-FF92-4B27-BAD7-2C26C598DBC4}" type="presParOf" srcId="{BF01DDF6-DE44-496A-8BEE-C6164BE350CA}" destId="{B29EE216-48FA-4CDA-80DE-1EF658A7CE73}" srcOrd="10" destOrd="0" presId="urn:diagrams.loki3.com/VaryingWidthList"/>
    <dgm:cxn modelId="{0D392768-506A-454B-B918-46DB29554130}" type="presParOf" srcId="{BF01DDF6-DE44-496A-8BEE-C6164BE350CA}" destId="{DF629CA9-9775-4B13-AE5E-CC57FA370947}" srcOrd="11" destOrd="0" presId="urn:diagrams.loki3.com/VaryingWidthList"/>
    <dgm:cxn modelId="{51F4288E-9C52-4DF3-9787-57161A5C2134}" type="presParOf" srcId="{BF01DDF6-DE44-496A-8BEE-C6164BE350CA}" destId="{B5FA5B1B-EEAC-45F3-86D4-067BCD158C16}" srcOrd="12"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4B831C-BC8F-40EF-9B31-E8BD38CAE598}">
      <dsp:nvSpPr>
        <dsp:cNvPr id="0" name=""/>
        <dsp:cNvSpPr/>
      </dsp:nvSpPr>
      <dsp:spPr>
        <a:xfrm>
          <a:off x="0" y="2174"/>
          <a:ext cx="7079009" cy="525381"/>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dirty="0">
              <a:latin typeface="Arial"/>
              <a:ea typeface="+mn-ea"/>
              <a:cs typeface="+mn-cs"/>
            </a:rPr>
            <a:t>Research Progress</a:t>
          </a:r>
        </a:p>
      </dsp:txBody>
      <dsp:txXfrm>
        <a:off x="0" y="2174"/>
        <a:ext cx="7079009" cy="525381"/>
      </dsp:txXfrm>
    </dsp:sp>
    <dsp:sp modelId="{C5DCC1BF-758C-4420-9A86-1B127F47FCAA}">
      <dsp:nvSpPr>
        <dsp:cNvPr id="0" name=""/>
        <dsp:cNvSpPr/>
      </dsp:nvSpPr>
      <dsp:spPr>
        <a:xfrm>
          <a:off x="0" y="587445"/>
          <a:ext cx="7079009" cy="525381"/>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dirty="0">
              <a:solidFill>
                <a:srgbClr val="0C343D">
                  <a:hueOff val="0"/>
                  <a:satOff val="0"/>
                  <a:lumOff val="0"/>
                  <a:alphaOff val="0"/>
                </a:srgbClr>
              </a:solidFill>
              <a:latin typeface="Arial"/>
              <a:ea typeface="+mn-ea"/>
              <a:cs typeface="+mn-cs"/>
            </a:rPr>
            <a:t>Research Background and study objective</a:t>
          </a:r>
        </a:p>
      </dsp:txBody>
      <dsp:txXfrm>
        <a:off x="0" y="587445"/>
        <a:ext cx="7079009" cy="525381"/>
      </dsp:txXfrm>
    </dsp:sp>
    <dsp:sp modelId="{69B7B647-E555-430C-917D-E815D109F9DD}">
      <dsp:nvSpPr>
        <dsp:cNvPr id="0" name=""/>
        <dsp:cNvSpPr/>
      </dsp:nvSpPr>
      <dsp:spPr>
        <a:xfrm>
          <a:off x="0" y="1172716"/>
          <a:ext cx="7079009" cy="525381"/>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a:solidFill>
                <a:srgbClr val="0C343D">
                  <a:hueOff val="0"/>
                  <a:satOff val="0"/>
                  <a:lumOff val="0"/>
                  <a:alphaOff val="0"/>
                </a:srgbClr>
              </a:solidFill>
              <a:latin typeface="Arial"/>
              <a:ea typeface="+mn-ea"/>
              <a:cs typeface="+mn-cs"/>
            </a:rPr>
            <a:t>Features in  visual object  tracking</a:t>
          </a:r>
        </a:p>
      </dsp:txBody>
      <dsp:txXfrm>
        <a:off x="0" y="1172716"/>
        <a:ext cx="7079009" cy="525381"/>
      </dsp:txXfrm>
    </dsp:sp>
    <dsp:sp modelId="{0B1F449A-8F91-4C79-936B-513EC9B6A918}">
      <dsp:nvSpPr>
        <dsp:cNvPr id="0" name=""/>
        <dsp:cNvSpPr/>
      </dsp:nvSpPr>
      <dsp:spPr>
        <a:xfrm>
          <a:off x="0" y="1757987"/>
          <a:ext cx="7079009" cy="525381"/>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a:solidFill>
                <a:srgbClr val="0C343D">
                  <a:hueOff val="0"/>
                  <a:satOff val="0"/>
                  <a:lumOff val="0"/>
                  <a:alphaOff val="0"/>
                </a:srgbClr>
              </a:solidFill>
              <a:latin typeface="Arial"/>
              <a:ea typeface="+mn-ea"/>
              <a:cs typeface="+mn-cs"/>
            </a:rPr>
            <a:t>Experimental analysis</a:t>
          </a:r>
        </a:p>
      </dsp:txBody>
      <dsp:txXfrm>
        <a:off x="0" y="1757987"/>
        <a:ext cx="7079009" cy="525381"/>
      </dsp:txXfrm>
    </dsp:sp>
    <dsp:sp modelId="{943299FB-B835-4B09-B07D-AA93782E05F1}">
      <dsp:nvSpPr>
        <dsp:cNvPr id="0" name=""/>
        <dsp:cNvSpPr/>
      </dsp:nvSpPr>
      <dsp:spPr>
        <a:xfrm>
          <a:off x="0" y="2343259"/>
          <a:ext cx="7079009" cy="525381"/>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dirty="0">
              <a:latin typeface="Arial"/>
              <a:ea typeface="+mn-ea"/>
              <a:cs typeface="+mn-cs"/>
            </a:rPr>
            <a:t>Study Objective</a:t>
          </a:r>
        </a:p>
      </dsp:txBody>
      <dsp:txXfrm>
        <a:off x="0" y="2343259"/>
        <a:ext cx="7079009" cy="525381"/>
      </dsp:txXfrm>
    </dsp:sp>
    <dsp:sp modelId="{B29EE216-48FA-4CDA-80DE-1EF658A7CE73}">
      <dsp:nvSpPr>
        <dsp:cNvPr id="0" name=""/>
        <dsp:cNvSpPr/>
      </dsp:nvSpPr>
      <dsp:spPr>
        <a:xfrm>
          <a:off x="0" y="2928530"/>
          <a:ext cx="7079009" cy="525381"/>
        </a:xfrm>
        <a:prstGeom prst="rect">
          <a:avLst/>
        </a:prstGeom>
        <a:gradFill rotWithShape="0">
          <a:gsLst>
            <a:gs pos="0">
              <a:srgbClr val="00C3B1">
                <a:hueOff val="0"/>
                <a:satOff val="0"/>
                <a:lumOff val="0"/>
                <a:alphaOff val="0"/>
                <a:tint val="100000"/>
                <a:shade val="100000"/>
                <a:satMod val="130000"/>
              </a:srgbClr>
            </a:gs>
            <a:gs pos="100000">
              <a:srgbClr val="00C3B1">
                <a:hueOff val="0"/>
                <a:satOff val="0"/>
                <a:lumOff val="0"/>
                <a:alphaOff val="0"/>
                <a:tint val="50000"/>
                <a:shade val="100000"/>
                <a:satMod val="350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dirty="0">
              <a:latin typeface="Arial"/>
              <a:ea typeface="+mn-ea"/>
              <a:cs typeface="+mn-cs"/>
            </a:rPr>
            <a:t>Research Schedule</a:t>
          </a:r>
          <a:endParaRPr lang="en-IN" sz="2000" kern="1200" dirty="0">
            <a:solidFill>
              <a:srgbClr val="0C343D">
                <a:hueOff val="0"/>
                <a:satOff val="0"/>
                <a:lumOff val="0"/>
                <a:alphaOff val="0"/>
              </a:srgbClr>
            </a:solidFill>
            <a:latin typeface="Arial"/>
            <a:ea typeface="+mn-ea"/>
            <a:cs typeface="+mn-cs"/>
          </a:endParaRPr>
        </a:p>
      </dsp:txBody>
      <dsp:txXfrm>
        <a:off x="0" y="2928530"/>
        <a:ext cx="7079009" cy="525381"/>
      </dsp:txXfrm>
    </dsp:sp>
    <dsp:sp modelId="{B5FA5B1B-EEAC-45F3-86D4-067BCD158C16}">
      <dsp:nvSpPr>
        <dsp:cNvPr id="0" name=""/>
        <dsp:cNvSpPr/>
      </dsp:nvSpPr>
      <dsp:spPr>
        <a:xfrm>
          <a:off x="0" y="3513801"/>
          <a:ext cx="7079009" cy="525381"/>
        </a:xfrm>
        <a:prstGeom prst="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111250">
            <a:lnSpc>
              <a:spcPct val="90000"/>
            </a:lnSpc>
            <a:spcBef>
              <a:spcPct val="0"/>
            </a:spcBef>
            <a:spcAft>
              <a:spcPct val="35000"/>
            </a:spcAft>
            <a:buNone/>
          </a:pPr>
          <a:r>
            <a:rPr lang="en-IN" sz="2000" kern="1200" dirty="0">
              <a:latin typeface="Arial"/>
              <a:ea typeface="+mn-ea"/>
              <a:cs typeface="+mn-cs"/>
            </a:rPr>
            <a:t>References</a:t>
          </a:r>
        </a:p>
      </dsp:txBody>
      <dsp:txXfrm>
        <a:off x="0" y="3513801"/>
        <a:ext cx="7079009" cy="525381"/>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71A20-F6DC-463B-A5CE-F5ECD91467FE}"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04234-AB80-4F25-A5AD-CC13E9E08A4A}" type="slidenum">
              <a:rPr lang="en-US" smtClean="0"/>
              <a:t>‹#›</a:t>
            </a:fld>
            <a:endParaRPr lang="en-US"/>
          </a:p>
        </p:txBody>
      </p:sp>
    </p:spTree>
    <p:extLst>
      <p:ext uri="{BB962C8B-B14F-4D97-AF65-F5344CB8AC3E}">
        <p14:creationId xmlns:p14="http://schemas.microsoft.com/office/powerpoint/2010/main" val="3822131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708a6ee8a1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708a6ee8a1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670baffbb0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g2670baffbb0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g2670baffbb0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3416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a:extLst>
            <a:ext uri="{FF2B5EF4-FFF2-40B4-BE49-F238E27FC236}">
              <a16:creationId xmlns:a16="http://schemas.microsoft.com/office/drawing/2014/main" id="{D7CD4158-AD1B-08DE-1DAD-9FDF0EF231BF}"/>
            </a:ext>
          </a:extLst>
        </p:cNvPr>
        <p:cNvGrpSpPr/>
        <p:nvPr/>
      </p:nvGrpSpPr>
      <p:grpSpPr>
        <a:xfrm>
          <a:off x="0" y="0"/>
          <a:ext cx="0" cy="0"/>
          <a:chOff x="0" y="0"/>
          <a:chExt cx="0" cy="0"/>
        </a:xfrm>
      </p:grpSpPr>
      <p:sp>
        <p:nvSpPr>
          <p:cNvPr id="1796" name="Google Shape;1796;g7098bb5640_0_1118:notes">
            <a:extLst>
              <a:ext uri="{FF2B5EF4-FFF2-40B4-BE49-F238E27FC236}">
                <a16:creationId xmlns:a16="http://schemas.microsoft.com/office/drawing/2014/main" id="{C910CC99-F36F-F474-971D-B2C0EB2B0C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a:extLst>
              <a:ext uri="{FF2B5EF4-FFF2-40B4-BE49-F238E27FC236}">
                <a16:creationId xmlns:a16="http://schemas.microsoft.com/office/drawing/2014/main" id="{76906AF1-B82B-89B0-3DE3-6A021920BC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10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body" type="tx">
  <p:cSld name="Title and body">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960000" y="1536633"/>
            <a:ext cx="10272000" cy="4555200"/>
          </a:xfrm>
          <a:prstGeom prst="rect">
            <a:avLst/>
          </a:prstGeom>
          <a:solidFill>
            <a:srgbClr val="FFFFFF">
              <a:alpha val="45090"/>
            </a:srgbClr>
          </a:solidFill>
        </p:spPr>
        <p:txBody>
          <a:bodyPr spcFirstLastPara="1" wrap="square" lIns="91425" tIns="91425" rIns="91425" bIns="91425" anchor="t" anchorCtr="0">
            <a:noAutofit/>
          </a:bodyPr>
          <a:lstStyle>
            <a:lvl1pPr marL="609585" lvl="0" indent="-397923">
              <a:lnSpc>
                <a:spcPct val="100000"/>
              </a:lnSpc>
              <a:spcBef>
                <a:spcPts val="0"/>
              </a:spcBef>
              <a:spcAft>
                <a:spcPts val="0"/>
              </a:spcAft>
              <a:buClr>
                <a:srgbClr val="434343"/>
              </a:buClr>
              <a:buSzPts val="1100"/>
              <a:buAutoNum type="arabicPeriod"/>
              <a:defRPr sz="1733">
                <a:solidFill>
                  <a:srgbClr val="F3F3F3"/>
                </a:solidFill>
              </a:defRPr>
            </a:lvl1pPr>
            <a:lvl2pPr marL="1219170" lvl="1" indent="-397923">
              <a:spcBef>
                <a:spcPts val="2133"/>
              </a:spcBef>
              <a:spcAft>
                <a:spcPts val="0"/>
              </a:spcAft>
              <a:buClr>
                <a:srgbClr val="000000"/>
              </a:buClr>
              <a:buSzPts val="1100"/>
              <a:buAutoNum type="alphaLcPeriod"/>
              <a:defRPr sz="1600"/>
            </a:lvl2pPr>
            <a:lvl3pPr marL="1828754" lvl="2" indent="-397923">
              <a:spcBef>
                <a:spcPts val="2133"/>
              </a:spcBef>
              <a:spcAft>
                <a:spcPts val="0"/>
              </a:spcAft>
              <a:buClr>
                <a:srgbClr val="000000"/>
              </a:buClr>
              <a:buSzPts val="1100"/>
              <a:buAutoNum type="romanLcPeriod"/>
              <a:defRPr sz="1600"/>
            </a:lvl3pPr>
            <a:lvl4pPr marL="2438339" lvl="3" indent="-397923">
              <a:spcBef>
                <a:spcPts val="2133"/>
              </a:spcBef>
              <a:spcAft>
                <a:spcPts val="0"/>
              </a:spcAft>
              <a:buClr>
                <a:srgbClr val="000000"/>
              </a:buClr>
              <a:buSzPts val="1100"/>
              <a:buAutoNum type="arabicPeriod"/>
              <a:defRPr sz="1600"/>
            </a:lvl4pPr>
            <a:lvl5pPr marL="3047924" lvl="4" indent="-397923">
              <a:spcBef>
                <a:spcPts val="2133"/>
              </a:spcBef>
              <a:spcAft>
                <a:spcPts val="0"/>
              </a:spcAft>
              <a:buClr>
                <a:srgbClr val="000000"/>
              </a:buClr>
              <a:buSzPts val="1100"/>
              <a:buAutoNum type="alphaLcPeriod"/>
              <a:defRPr sz="1600"/>
            </a:lvl5pPr>
            <a:lvl6pPr marL="3657509" lvl="5" indent="-397923">
              <a:spcBef>
                <a:spcPts val="2133"/>
              </a:spcBef>
              <a:spcAft>
                <a:spcPts val="0"/>
              </a:spcAft>
              <a:buClr>
                <a:srgbClr val="000000"/>
              </a:buClr>
              <a:buSzPts val="1100"/>
              <a:buAutoNum type="romanLcPeriod"/>
              <a:defRPr sz="1600"/>
            </a:lvl6pPr>
            <a:lvl7pPr marL="4267093" lvl="6" indent="-397923">
              <a:spcBef>
                <a:spcPts val="2133"/>
              </a:spcBef>
              <a:spcAft>
                <a:spcPts val="0"/>
              </a:spcAft>
              <a:buClr>
                <a:srgbClr val="000000"/>
              </a:buClr>
              <a:buSzPts val="1100"/>
              <a:buAutoNum type="arabicPeriod"/>
              <a:defRPr sz="1600"/>
            </a:lvl7pPr>
            <a:lvl8pPr marL="4876678" lvl="7" indent="-397923">
              <a:spcBef>
                <a:spcPts val="2133"/>
              </a:spcBef>
              <a:spcAft>
                <a:spcPts val="0"/>
              </a:spcAft>
              <a:buClr>
                <a:srgbClr val="000000"/>
              </a:buClr>
              <a:buSzPts val="1100"/>
              <a:buAutoNum type="alphaLcPeriod"/>
              <a:defRPr sz="1600"/>
            </a:lvl8pPr>
            <a:lvl9pPr marL="5486263" lvl="8" indent="-397923">
              <a:spcBef>
                <a:spcPts val="2133"/>
              </a:spcBef>
              <a:spcAft>
                <a:spcPts val="2133"/>
              </a:spcAft>
              <a:buClr>
                <a:srgbClr val="000000"/>
              </a:buClr>
              <a:buSzPts val="1100"/>
              <a:buAutoNum type="romanLcPeriod"/>
              <a:defRPr sz="1600"/>
            </a:lvl9pPr>
          </a:lstStyle>
          <a:p>
            <a:endParaRPr/>
          </a:p>
        </p:txBody>
      </p:sp>
      <p:sp>
        <p:nvSpPr>
          <p:cNvPr id="15" name="Google Shape;15;p4"/>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504163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 title and description">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697100" y="1295800"/>
            <a:ext cx="5050400" cy="42664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80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3" name="Google Shape;33;p10"/>
          <p:cNvSpPr txBox="1">
            <a:spLocks noGrp="1"/>
          </p:cNvSpPr>
          <p:nvPr>
            <p:ph type="subTitle" idx="1"/>
          </p:nvPr>
        </p:nvSpPr>
        <p:spPr>
          <a:xfrm>
            <a:off x="6399933" y="2605600"/>
            <a:ext cx="2586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867"/>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4" name="Google Shape;34;p10"/>
          <p:cNvSpPr txBox="1">
            <a:spLocks noGrp="1"/>
          </p:cNvSpPr>
          <p:nvPr>
            <p:ph type="title" idx="2" hasCustomPrompt="1"/>
          </p:nvPr>
        </p:nvSpPr>
        <p:spPr>
          <a:xfrm>
            <a:off x="6465560" y="1334833"/>
            <a:ext cx="2702400" cy="24196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86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3646151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ackground 1">
  <p:cSld name="Background 1">
    <p:spTree>
      <p:nvGrpSpPr>
        <p:cNvPr id="1" name="Shape 92"/>
        <p:cNvGrpSpPr/>
        <p:nvPr/>
      </p:nvGrpSpPr>
      <p:grpSpPr>
        <a:xfrm>
          <a:off x="0" y="0"/>
          <a:ext cx="0" cy="0"/>
          <a:chOff x="0" y="0"/>
          <a:chExt cx="0" cy="0"/>
        </a:xfrm>
      </p:grpSpPr>
    </p:spTree>
    <p:extLst>
      <p:ext uri="{BB962C8B-B14F-4D97-AF65-F5344CB8AC3E}">
        <p14:creationId xmlns:p14="http://schemas.microsoft.com/office/powerpoint/2010/main" val="2956617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ackground 2">
  <p:cSld name="Background 2">
    <p:spTree>
      <p:nvGrpSpPr>
        <p:cNvPr id="1" name="Shape 93"/>
        <p:cNvGrpSpPr/>
        <p:nvPr/>
      </p:nvGrpSpPr>
      <p:grpSpPr>
        <a:xfrm>
          <a:off x="0" y="0"/>
          <a:ext cx="0" cy="0"/>
          <a:chOff x="0" y="0"/>
          <a:chExt cx="0" cy="0"/>
        </a:xfrm>
      </p:grpSpPr>
    </p:spTree>
    <p:extLst>
      <p:ext uri="{BB962C8B-B14F-4D97-AF65-F5344CB8AC3E}">
        <p14:creationId xmlns:p14="http://schemas.microsoft.com/office/powerpoint/2010/main" val="1749027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598560" y="578400"/>
            <a:ext cx="10994400" cy="814080"/>
          </a:xfrm>
          <a:prstGeom prst="rect">
            <a:avLst/>
          </a:prstGeom>
        </p:spPr>
        <p:txBody>
          <a:bodyPr lIns="0" tIns="0" rIns="0" bIns="0" anchor="ctr"/>
          <a:lstStyle/>
          <a:p>
            <a:endParaRPr lang="en-US" sz="2400" b="0" strike="noStrike" spc="-1">
              <a:solidFill>
                <a:srgbClr val="000000"/>
              </a:solidFill>
              <a:latin typeface="Calibri"/>
            </a:endParaRPr>
          </a:p>
        </p:txBody>
      </p:sp>
      <p:sp>
        <p:nvSpPr>
          <p:cNvPr id="49" name="PlaceHolder 2"/>
          <p:cNvSpPr>
            <a:spLocks noGrp="1"/>
          </p:cNvSpPr>
          <p:nvPr>
            <p:ph type="subTitle"/>
          </p:nvPr>
        </p:nvSpPr>
        <p:spPr>
          <a:xfrm>
            <a:off x="598560" y="1800000"/>
            <a:ext cx="10994400" cy="4682400"/>
          </a:xfrm>
          <a:prstGeom prst="rect">
            <a:avLst/>
          </a:prstGeom>
        </p:spPr>
        <p:txBody>
          <a:bodyPr lIns="0" tIns="0" rIns="0" bIns="0" anchor="ctr"/>
          <a:lstStyle/>
          <a:p>
            <a:pPr algn="ctr"/>
            <a:endParaRPr lang="en-US" sz="4267" b="0" strike="noStrike" spc="-1">
              <a:latin typeface="Arial"/>
            </a:endParaRPr>
          </a:p>
        </p:txBody>
      </p:sp>
    </p:spTree>
    <p:extLst>
      <p:ext uri="{BB962C8B-B14F-4D97-AF65-F5344CB8AC3E}">
        <p14:creationId xmlns:p14="http://schemas.microsoft.com/office/powerpoint/2010/main" val="42002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60000" y="1518867"/>
            <a:ext cx="5872000" cy="3454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9600">
                <a:latin typeface="Anton"/>
                <a:ea typeface="Anton"/>
                <a:cs typeface="Anton"/>
                <a:sym typeface="Anton"/>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960000" y="4780100"/>
            <a:ext cx="4513200" cy="579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867">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80183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960000" y="1536633"/>
            <a:ext cx="10272000" cy="4555200"/>
          </a:xfrm>
          <a:prstGeom prst="rect">
            <a:avLst/>
          </a:prstGeom>
          <a:solidFill>
            <a:srgbClr val="FFFFFF">
              <a:alpha val="45090"/>
            </a:srgbClr>
          </a:solidFill>
        </p:spPr>
        <p:txBody>
          <a:bodyPr spcFirstLastPara="1" wrap="square" lIns="91425" tIns="91425" rIns="91425" bIns="91425" anchor="t" anchorCtr="0">
            <a:noAutofit/>
          </a:bodyPr>
          <a:lstStyle>
            <a:lvl1pPr marL="609585" lvl="0" indent="-397923">
              <a:lnSpc>
                <a:spcPct val="100000"/>
              </a:lnSpc>
              <a:spcBef>
                <a:spcPts val="0"/>
              </a:spcBef>
              <a:spcAft>
                <a:spcPts val="0"/>
              </a:spcAft>
              <a:buClr>
                <a:srgbClr val="434343"/>
              </a:buClr>
              <a:buSzPts val="1100"/>
              <a:buAutoNum type="arabicPeriod"/>
              <a:defRPr sz="1733">
                <a:solidFill>
                  <a:srgbClr val="F3F3F3"/>
                </a:solidFill>
              </a:defRPr>
            </a:lvl1pPr>
            <a:lvl2pPr marL="1219170" lvl="1" indent="-397923">
              <a:spcBef>
                <a:spcPts val="2133"/>
              </a:spcBef>
              <a:spcAft>
                <a:spcPts val="0"/>
              </a:spcAft>
              <a:buClr>
                <a:srgbClr val="000000"/>
              </a:buClr>
              <a:buSzPts val="1100"/>
              <a:buAutoNum type="alphaLcPeriod"/>
              <a:defRPr sz="1600"/>
            </a:lvl2pPr>
            <a:lvl3pPr marL="1828754" lvl="2" indent="-397923">
              <a:spcBef>
                <a:spcPts val="2133"/>
              </a:spcBef>
              <a:spcAft>
                <a:spcPts val="0"/>
              </a:spcAft>
              <a:buClr>
                <a:srgbClr val="000000"/>
              </a:buClr>
              <a:buSzPts val="1100"/>
              <a:buAutoNum type="romanLcPeriod"/>
              <a:defRPr sz="1600"/>
            </a:lvl3pPr>
            <a:lvl4pPr marL="2438339" lvl="3" indent="-397923">
              <a:spcBef>
                <a:spcPts val="2133"/>
              </a:spcBef>
              <a:spcAft>
                <a:spcPts val="0"/>
              </a:spcAft>
              <a:buClr>
                <a:srgbClr val="000000"/>
              </a:buClr>
              <a:buSzPts val="1100"/>
              <a:buAutoNum type="arabicPeriod"/>
              <a:defRPr sz="1600"/>
            </a:lvl4pPr>
            <a:lvl5pPr marL="3047924" lvl="4" indent="-397923">
              <a:spcBef>
                <a:spcPts val="2133"/>
              </a:spcBef>
              <a:spcAft>
                <a:spcPts val="0"/>
              </a:spcAft>
              <a:buClr>
                <a:srgbClr val="000000"/>
              </a:buClr>
              <a:buSzPts val="1100"/>
              <a:buAutoNum type="alphaLcPeriod"/>
              <a:defRPr sz="1600"/>
            </a:lvl5pPr>
            <a:lvl6pPr marL="3657509" lvl="5" indent="-397923">
              <a:spcBef>
                <a:spcPts val="2133"/>
              </a:spcBef>
              <a:spcAft>
                <a:spcPts val="0"/>
              </a:spcAft>
              <a:buClr>
                <a:srgbClr val="000000"/>
              </a:buClr>
              <a:buSzPts val="1100"/>
              <a:buAutoNum type="romanLcPeriod"/>
              <a:defRPr sz="1600"/>
            </a:lvl6pPr>
            <a:lvl7pPr marL="4267093" lvl="6" indent="-397923">
              <a:spcBef>
                <a:spcPts val="2133"/>
              </a:spcBef>
              <a:spcAft>
                <a:spcPts val="0"/>
              </a:spcAft>
              <a:buClr>
                <a:srgbClr val="000000"/>
              </a:buClr>
              <a:buSzPts val="1100"/>
              <a:buAutoNum type="arabicPeriod"/>
              <a:defRPr sz="1600"/>
            </a:lvl7pPr>
            <a:lvl8pPr marL="4876678" lvl="7" indent="-397923">
              <a:spcBef>
                <a:spcPts val="2133"/>
              </a:spcBef>
              <a:spcAft>
                <a:spcPts val="0"/>
              </a:spcAft>
              <a:buClr>
                <a:srgbClr val="000000"/>
              </a:buClr>
              <a:buSzPts val="1100"/>
              <a:buAutoNum type="alphaLcPeriod"/>
              <a:defRPr sz="1600"/>
            </a:lvl8pPr>
            <a:lvl9pPr marL="5486263" lvl="8" indent="-397923">
              <a:spcBef>
                <a:spcPts val="2133"/>
              </a:spcBef>
              <a:spcAft>
                <a:spcPts val="2133"/>
              </a:spcAft>
              <a:buClr>
                <a:srgbClr val="000000"/>
              </a:buClr>
              <a:buSzPts val="1100"/>
              <a:buAutoNum type="romanLcPeriod"/>
              <a:defRPr sz="1600"/>
            </a:lvl9pPr>
          </a:lstStyle>
          <a:p>
            <a:endParaRPr/>
          </a:p>
        </p:txBody>
      </p:sp>
      <p:sp>
        <p:nvSpPr>
          <p:cNvPr id="15" name="Google Shape;15;p4"/>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239779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9"/>
          <p:cNvSpPr txBox="1">
            <a:spLocks noGrp="1"/>
          </p:cNvSpPr>
          <p:nvPr>
            <p:ph type="title"/>
          </p:nvPr>
        </p:nvSpPr>
        <p:spPr>
          <a:xfrm>
            <a:off x="3229667" y="1891600"/>
            <a:ext cx="5732800" cy="307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3600223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ackground 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extLst>
      <p:ext uri="{BB962C8B-B14F-4D97-AF65-F5344CB8AC3E}">
        <p14:creationId xmlns:p14="http://schemas.microsoft.com/office/powerpoint/2010/main" val="152422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Background 2">
    <p:bg>
      <p:bgPr>
        <a:blipFill>
          <a:blip r:embed="rId2">
            <a:alphaModFix/>
          </a:blip>
          <a:stretch>
            <a:fillRect/>
          </a:stretch>
        </a:blipFill>
        <a:effectLst/>
      </p:bgPr>
    </p:bg>
    <p:spTree>
      <p:nvGrpSpPr>
        <p:cNvPr id="1" name="Shape 93"/>
        <p:cNvGrpSpPr/>
        <p:nvPr/>
      </p:nvGrpSpPr>
      <p:grpSpPr>
        <a:xfrm>
          <a:off x="0" y="0"/>
          <a:ext cx="0" cy="0"/>
          <a:chOff x="0" y="0"/>
          <a:chExt cx="0" cy="0"/>
        </a:xfrm>
      </p:grpSpPr>
    </p:spTree>
    <p:extLst>
      <p:ext uri="{BB962C8B-B14F-4D97-AF65-F5344CB8AC3E}">
        <p14:creationId xmlns:p14="http://schemas.microsoft.com/office/powerpoint/2010/main" val="2678266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genda">
  <p:cSld name="Agenda">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4"/>
          <p:cNvSpPr txBox="1">
            <a:spLocks noGrp="1"/>
          </p:cNvSpPr>
          <p:nvPr>
            <p:ph type="title"/>
          </p:nvPr>
        </p:nvSpPr>
        <p:spPr>
          <a:xfrm>
            <a:off x="2015617" y="1936833"/>
            <a:ext cx="3118800" cy="562000"/>
          </a:xfrm>
          <a:prstGeom prst="rect">
            <a:avLst/>
          </a:prstGeom>
          <a:noFill/>
          <a:ln>
            <a:noFill/>
          </a:ln>
        </p:spPr>
        <p:txBody>
          <a:bodyPr spcFirstLastPara="1" wrap="square" lIns="0" tIns="0" rIns="0" bIns="0" anchor="ctr" anchorCtr="0">
            <a:noAutofit/>
          </a:bodyPr>
          <a:lstStyle>
            <a:lvl1pPr lvl="0" rtl="0">
              <a:spcBef>
                <a:spcPts val="0"/>
              </a:spcBef>
              <a:spcAft>
                <a:spcPts val="0"/>
              </a:spcAft>
              <a:buSzPts val="1400"/>
              <a:buNone/>
              <a:defRPr sz="3200" i="0"/>
            </a:lvl1pPr>
            <a:lvl2pPr lvl="1" algn="r" rtl="0">
              <a:spcBef>
                <a:spcPts val="0"/>
              </a:spcBef>
              <a:spcAft>
                <a:spcPts val="0"/>
              </a:spcAft>
              <a:buSzPts val="1400"/>
              <a:buNone/>
              <a:defRPr sz="1867"/>
            </a:lvl2pPr>
            <a:lvl3pPr lvl="2" algn="r" rtl="0">
              <a:spcBef>
                <a:spcPts val="0"/>
              </a:spcBef>
              <a:spcAft>
                <a:spcPts val="0"/>
              </a:spcAft>
              <a:buSzPts val="1400"/>
              <a:buNone/>
              <a:defRPr sz="1867"/>
            </a:lvl3pPr>
            <a:lvl4pPr lvl="3" algn="r" rtl="0">
              <a:spcBef>
                <a:spcPts val="0"/>
              </a:spcBef>
              <a:spcAft>
                <a:spcPts val="0"/>
              </a:spcAft>
              <a:buSzPts val="1400"/>
              <a:buNone/>
              <a:defRPr sz="1867"/>
            </a:lvl4pPr>
            <a:lvl5pPr lvl="4" algn="r" rtl="0">
              <a:spcBef>
                <a:spcPts val="0"/>
              </a:spcBef>
              <a:spcAft>
                <a:spcPts val="0"/>
              </a:spcAft>
              <a:buSzPts val="1400"/>
              <a:buNone/>
              <a:defRPr sz="1867"/>
            </a:lvl5pPr>
            <a:lvl6pPr lvl="5" algn="r" rtl="0">
              <a:spcBef>
                <a:spcPts val="0"/>
              </a:spcBef>
              <a:spcAft>
                <a:spcPts val="0"/>
              </a:spcAft>
              <a:buSzPts val="1400"/>
              <a:buNone/>
              <a:defRPr sz="1867"/>
            </a:lvl6pPr>
            <a:lvl7pPr lvl="6" algn="r" rtl="0">
              <a:spcBef>
                <a:spcPts val="0"/>
              </a:spcBef>
              <a:spcAft>
                <a:spcPts val="0"/>
              </a:spcAft>
              <a:buSzPts val="1400"/>
              <a:buNone/>
              <a:defRPr sz="1867"/>
            </a:lvl7pPr>
            <a:lvl8pPr lvl="7" algn="r" rtl="0">
              <a:spcBef>
                <a:spcPts val="0"/>
              </a:spcBef>
              <a:spcAft>
                <a:spcPts val="0"/>
              </a:spcAft>
              <a:buSzPts val="1400"/>
              <a:buNone/>
              <a:defRPr sz="1867"/>
            </a:lvl8pPr>
            <a:lvl9pPr lvl="8" algn="r" rtl="0">
              <a:spcBef>
                <a:spcPts val="0"/>
              </a:spcBef>
              <a:spcAft>
                <a:spcPts val="0"/>
              </a:spcAft>
              <a:buSzPts val="1400"/>
              <a:buNone/>
              <a:defRPr sz="1867"/>
            </a:lvl9pPr>
          </a:lstStyle>
          <a:p>
            <a:endParaRPr/>
          </a:p>
        </p:txBody>
      </p:sp>
      <p:sp>
        <p:nvSpPr>
          <p:cNvPr id="43" name="Google Shape;43;p14"/>
          <p:cNvSpPr txBox="1">
            <a:spLocks noGrp="1"/>
          </p:cNvSpPr>
          <p:nvPr>
            <p:ph type="subTitle" idx="1"/>
          </p:nvPr>
        </p:nvSpPr>
        <p:spPr>
          <a:xfrm>
            <a:off x="2015616" y="2372767"/>
            <a:ext cx="3118800" cy="8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867"/>
            </a:lvl1pPr>
            <a:lvl2pPr lvl="1" rtl="0">
              <a:lnSpc>
                <a:spcPct val="100000"/>
              </a:lnSpc>
              <a:spcBef>
                <a:spcPts val="2133"/>
              </a:spcBef>
              <a:spcAft>
                <a:spcPts val="0"/>
              </a:spcAft>
              <a:buNone/>
              <a:defRPr sz="1867"/>
            </a:lvl2pPr>
            <a:lvl3pPr lvl="2" rtl="0">
              <a:lnSpc>
                <a:spcPct val="100000"/>
              </a:lnSpc>
              <a:spcBef>
                <a:spcPts val="2133"/>
              </a:spcBef>
              <a:spcAft>
                <a:spcPts val="0"/>
              </a:spcAft>
              <a:buNone/>
              <a:defRPr sz="1867"/>
            </a:lvl3pPr>
            <a:lvl4pPr lvl="3" rtl="0">
              <a:lnSpc>
                <a:spcPct val="100000"/>
              </a:lnSpc>
              <a:spcBef>
                <a:spcPts val="2133"/>
              </a:spcBef>
              <a:spcAft>
                <a:spcPts val="0"/>
              </a:spcAft>
              <a:buNone/>
              <a:defRPr sz="1867"/>
            </a:lvl4pPr>
            <a:lvl5pPr lvl="4" rtl="0">
              <a:lnSpc>
                <a:spcPct val="100000"/>
              </a:lnSpc>
              <a:spcBef>
                <a:spcPts val="2133"/>
              </a:spcBef>
              <a:spcAft>
                <a:spcPts val="0"/>
              </a:spcAft>
              <a:buNone/>
              <a:defRPr sz="1867"/>
            </a:lvl5pPr>
            <a:lvl6pPr lvl="5" rtl="0">
              <a:lnSpc>
                <a:spcPct val="100000"/>
              </a:lnSpc>
              <a:spcBef>
                <a:spcPts val="2133"/>
              </a:spcBef>
              <a:spcAft>
                <a:spcPts val="0"/>
              </a:spcAft>
              <a:buNone/>
              <a:defRPr sz="1867"/>
            </a:lvl6pPr>
            <a:lvl7pPr lvl="6" rtl="0">
              <a:lnSpc>
                <a:spcPct val="100000"/>
              </a:lnSpc>
              <a:spcBef>
                <a:spcPts val="2133"/>
              </a:spcBef>
              <a:spcAft>
                <a:spcPts val="0"/>
              </a:spcAft>
              <a:buNone/>
              <a:defRPr sz="1867"/>
            </a:lvl7pPr>
            <a:lvl8pPr lvl="7" rtl="0">
              <a:lnSpc>
                <a:spcPct val="100000"/>
              </a:lnSpc>
              <a:spcBef>
                <a:spcPts val="2133"/>
              </a:spcBef>
              <a:spcAft>
                <a:spcPts val="0"/>
              </a:spcAft>
              <a:buNone/>
              <a:defRPr sz="1867"/>
            </a:lvl8pPr>
            <a:lvl9pPr lvl="8" rtl="0">
              <a:lnSpc>
                <a:spcPct val="100000"/>
              </a:lnSpc>
              <a:spcBef>
                <a:spcPts val="2133"/>
              </a:spcBef>
              <a:spcAft>
                <a:spcPts val="2133"/>
              </a:spcAft>
              <a:buNone/>
              <a:defRPr sz="1867"/>
            </a:lvl9pPr>
          </a:lstStyle>
          <a:p>
            <a:endParaRPr/>
          </a:p>
        </p:txBody>
      </p:sp>
      <p:sp>
        <p:nvSpPr>
          <p:cNvPr id="44" name="Google Shape;44;p14"/>
          <p:cNvSpPr txBox="1">
            <a:spLocks noGrp="1"/>
          </p:cNvSpPr>
          <p:nvPr>
            <p:ph type="title" idx="2"/>
          </p:nvPr>
        </p:nvSpPr>
        <p:spPr>
          <a:xfrm>
            <a:off x="6460649" y="1940351"/>
            <a:ext cx="3118800" cy="562000"/>
          </a:xfrm>
          <a:prstGeom prst="rect">
            <a:avLst/>
          </a:prstGeom>
          <a:noFill/>
          <a:ln>
            <a:noFill/>
          </a:ln>
        </p:spPr>
        <p:txBody>
          <a:bodyPr spcFirstLastPara="1" wrap="square" lIns="0" tIns="0" rIns="0" bIns="0" anchor="ctr" anchorCtr="0">
            <a:noAutofit/>
          </a:bodyPr>
          <a:lstStyle>
            <a:lvl1pPr marR="95998" lvl="0" rtl="0">
              <a:spcBef>
                <a:spcPts val="0"/>
              </a:spcBef>
              <a:spcAft>
                <a:spcPts val="0"/>
              </a:spcAft>
              <a:buSzPts val="1400"/>
              <a:buNone/>
              <a:defRPr sz="3200" i="0"/>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45" name="Google Shape;45;p14"/>
          <p:cNvSpPr txBox="1">
            <a:spLocks noGrp="1"/>
          </p:cNvSpPr>
          <p:nvPr>
            <p:ph type="subTitle" idx="3"/>
          </p:nvPr>
        </p:nvSpPr>
        <p:spPr>
          <a:xfrm>
            <a:off x="6460649" y="2376317"/>
            <a:ext cx="3118800" cy="8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867"/>
            </a:lvl1pPr>
            <a:lvl2pPr lvl="1" rtl="0">
              <a:lnSpc>
                <a:spcPct val="100000"/>
              </a:lnSpc>
              <a:spcBef>
                <a:spcPts val="2133"/>
              </a:spcBef>
              <a:spcAft>
                <a:spcPts val="0"/>
              </a:spcAft>
              <a:buNone/>
              <a:defRPr sz="1867"/>
            </a:lvl2pPr>
            <a:lvl3pPr lvl="2" rtl="0">
              <a:lnSpc>
                <a:spcPct val="100000"/>
              </a:lnSpc>
              <a:spcBef>
                <a:spcPts val="2133"/>
              </a:spcBef>
              <a:spcAft>
                <a:spcPts val="0"/>
              </a:spcAft>
              <a:buNone/>
              <a:defRPr sz="1867"/>
            </a:lvl3pPr>
            <a:lvl4pPr lvl="3" rtl="0">
              <a:lnSpc>
                <a:spcPct val="100000"/>
              </a:lnSpc>
              <a:spcBef>
                <a:spcPts val="2133"/>
              </a:spcBef>
              <a:spcAft>
                <a:spcPts val="0"/>
              </a:spcAft>
              <a:buNone/>
              <a:defRPr sz="1867"/>
            </a:lvl4pPr>
            <a:lvl5pPr lvl="4" rtl="0">
              <a:lnSpc>
                <a:spcPct val="100000"/>
              </a:lnSpc>
              <a:spcBef>
                <a:spcPts val="2133"/>
              </a:spcBef>
              <a:spcAft>
                <a:spcPts val="0"/>
              </a:spcAft>
              <a:buNone/>
              <a:defRPr sz="1867"/>
            </a:lvl5pPr>
            <a:lvl6pPr lvl="5" rtl="0">
              <a:lnSpc>
                <a:spcPct val="100000"/>
              </a:lnSpc>
              <a:spcBef>
                <a:spcPts val="2133"/>
              </a:spcBef>
              <a:spcAft>
                <a:spcPts val="0"/>
              </a:spcAft>
              <a:buNone/>
              <a:defRPr sz="1867"/>
            </a:lvl6pPr>
            <a:lvl7pPr lvl="6" rtl="0">
              <a:lnSpc>
                <a:spcPct val="100000"/>
              </a:lnSpc>
              <a:spcBef>
                <a:spcPts val="2133"/>
              </a:spcBef>
              <a:spcAft>
                <a:spcPts val="0"/>
              </a:spcAft>
              <a:buNone/>
              <a:defRPr sz="1867"/>
            </a:lvl7pPr>
            <a:lvl8pPr lvl="7" rtl="0">
              <a:lnSpc>
                <a:spcPct val="100000"/>
              </a:lnSpc>
              <a:spcBef>
                <a:spcPts val="2133"/>
              </a:spcBef>
              <a:spcAft>
                <a:spcPts val="0"/>
              </a:spcAft>
              <a:buNone/>
              <a:defRPr sz="1867"/>
            </a:lvl8pPr>
            <a:lvl9pPr lvl="8" rtl="0">
              <a:lnSpc>
                <a:spcPct val="100000"/>
              </a:lnSpc>
              <a:spcBef>
                <a:spcPts val="2133"/>
              </a:spcBef>
              <a:spcAft>
                <a:spcPts val="2133"/>
              </a:spcAft>
              <a:buNone/>
              <a:defRPr sz="1867"/>
            </a:lvl9pPr>
          </a:lstStyle>
          <a:p>
            <a:endParaRPr/>
          </a:p>
        </p:txBody>
      </p:sp>
      <p:sp>
        <p:nvSpPr>
          <p:cNvPr id="46" name="Google Shape;46;p14"/>
          <p:cNvSpPr txBox="1">
            <a:spLocks noGrp="1"/>
          </p:cNvSpPr>
          <p:nvPr>
            <p:ph type="title" idx="4"/>
          </p:nvPr>
        </p:nvSpPr>
        <p:spPr>
          <a:xfrm>
            <a:off x="3691084" y="3836600"/>
            <a:ext cx="3118800" cy="562000"/>
          </a:xfrm>
          <a:prstGeom prst="rect">
            <a:avLst/>
          </a:prstGeom>
          <a:noFill/>
          <a:ln>
            <a:noFill/>
          </a:ln>
        </p:spPr>
        <p:txBody>
          <a:bodyPr spcFirstLastPara="1" wrap="square" lIns="0" tIns="0" rIns="0" bIns="0" anchor="ctr" anchorCtr="0">
            <a:noAutofit/>
          </a:bodyPr>
          <a:lstStyle>
            <a:lvl1pPr lvl="0" rtl="0">
              <a:spcBef>
                <a:spcPts val="0"/>
              </a:spcBef>
              <a:spcAft>
                <a:spcPts val="0"/>
              </a:spcAft>
              <a:buSzPts val="1400"/>
              <a:buNone/>
              <a:defRPr sz="3200" i="0"/>
            </a:lvl1pPr>
            <a:lvl2pPr lvl="1" algn="r" rtl="0">
              <a:spcBef>
                <a:spcPts val="0"/>
              </a:spcBef>
              <a:spcAft>
                <a:spcPts val="0"/>
              </a:spcAft>
              <a:buSzPts val="1400"/>
              <a:buNone/>
              <a:defRPr sz="1867"/>
            </a:lvl2pPr>
            <a:lvl3pPr lvl="2" algn="r" rtl="0">
              <a:spcBef>
                <a:spcPts val="0"/>
              </a:spcBef>
              <a:spcAft>
                <a:spcPts val="0"/>
              </a:spcAft>
              <a:buSzPts val="1400"/>
              <a:buNone/>
              <a:defRPr sz="1867"/>
            </a:lvl3pPr>
            <a:lvl4pPr lvl="3" algn="r" rtl="0">
              <a:spcBef>
                <a:spcPts val="0"/>
              </a:spcBef>
              <a:spcAft>
                <a:spcPts val="0"/>
              </a:spcAft>
              <a:buSzPts val="1400"/>
              <a:buNone/>
              <a:defRPr sz="1867"/>
            </a:lvl4pPr>
            <a:lvl5pPr lvl="4" algn="r" rtl="0">
              <a:spcBef>
                <a:spcPts val="0"/>
              </a:spcBef>
              <a:spcAft>
                <a:spcPts val="0"/>
              </a:spcAft>
              <a:buSzPts val="1400"/>
              <a:buNone/>
              <a:defRPr sz="1867"/>
            </a:lvl5pPr>
            <a:lvl6pPr lvl="5" algn="r" rtl="0">
              <a:spcBef>
                <a:spcPts val="0"/>
              </a:spcBef>
              <a:spcAft>
                <a:spcPts val="0"/>
              </a:spcAft>
              <a:buSzPts val="1400"/>
              <a:buNone/>
              <a:defRPr sz="1867"/>
            </a:lvl6pPr>
            <a:lvl7pPr lvl="6" algn="r" rtl="0">
              <a:spcBef>
                <a:spcPts val="0"/>
              </a:spcBef>
              <a:spcAft>
                <a:spcPts val="0"/>
              </a:spcAft>
              <a:buSzPts val="1400"/>
              <a:buNone/>
              <a:defRPr sz="1867"/>
            </a:lvl7pPr>
            <a:lvl8pPr lvl="7" algn="r" rtl="0">
              <a:spcBef>
                <a:spcPts val="0"/>
              </a:spcBef>
              <a:spcAft>
                <a:spcPts val="0"/>
              </a:spcAft>
              <a:buSzPts val="1400"/>
              <a:buNone/>
              <a:defRPr sz="1867"/>
            </a:lvl8pPr>
            <a:lvl9pPr lvl="8" algn="r" rtl="0">
              <a:spcBef>
                <a:spcPts val="0"/>
              </a:spcBef>
              <a:spcAft>
                <a:spcPts val="0"/>
              </a:spcAft>
              <a:buSzPts val="1400"/>
              <a:buNone/>
              <a:defRPr sz="1867"/>
            </a:lvl9pPr>
          </a:lstStyle>
          <a:p>
            <a:endParaRPr/>
          </a:p>
        </p:txBody>
      </p:sp>
      <p:sp>
        <p:nvSpPr>
          <p:cNvPr id="47" name="Google Shape;47;p14"/>
          <p:cNvSpPr txBox="1">
            <a:spLocks noGrp="1"/>
          </p:cNvSpPr>
          <p:nvPr>
            <p:ph type="subTitle" idx="5"/>
          </p:nvPr>
        </p:nvSpPr>
        <p:spPr>
          <a:xfrm>
            <a:off x="3691083" y="4272533"/>
            <a:ext cx="3118800" cy="859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2133"/>
              </a:spcBef>
              <a:spcAft>
                <a:spcPts val="0"/>
              </a:spcAft>
              <a:buNone/>
              <a:defRPr sz="1867"/>
            </a:lvl2pPr>
            <a:lvl3pPr lvl="2" rtl="0">
              <a:spcBef>
                <a:spcPts val="2133"/>
              </a:spcBef>
              <a:spcAft>
                <a:spcPts val="0"/>
              </a:spcAft>
              <a:buNone/>
              <a:defRPr sz="1867"/>
            </a:lvl3pPr>
            <a:lvl4pPr lvl="3" rtl="0">
              <a:spcBef>
                <a:spcPts val="2133"/>
              </a:spcBef>
              <a:spcAft>
                <a:spcPts val="0"/>
              </a:spcAft>
              <a:buNone/>
              <a:defRPr sz="1867"/>
            </a:lvl4pPr>
            <a:lvl5pPr lvl="4" rtl="0">
              <a:spcBef>
                <a:spcPts val="2133"/>
              </a:spcBef>
              <a:spcAft>
                <a:spcPts val="0"/>
              </a:spcAft>
              <a:buNone/>
              <a:defRPr sz="1867"/>
            </a:lvl5pPr>
            <a:lvl6pPr lvl="5" rtl="0">
              <a:spcBef>
                <a:spcPts val="2133"/>
              </a:spcBef>
              <a:spcAft>
                <a:spcPts val="0"/>
              </a:spcAft>
              <a:buNone/>
              <a:defRPr sz="1867"/>
            </a:lvl6pPr>
            <a:lvl7pPr lvl="6" rtl="0">
              <a:spcBef>
                <a:spcPts val="2133"/>
              </a:spcBef>
              <a:spcAft>
                <a:spcPts val="0"/>
              </a:spcAft>
              <a:buNone/>
              <a:defRPr sz="1867"/>
            </a:lvl7pPr>
            <a:lvl8pPr lvl="7" rtl="0">
              <a:spcBef>
                <a:spcPts val="2133"/>
              </a:spcBef>
              <a:spcAft>
                <a:spcPts val="0"/>
              </a:spcAft>
              <a:buNone/>
              <a:defRPr sz="1867"/>
            </a:lvl8pPr>
            <a:lvl9pPr lvl="8" rtl="0">
              <a:spcBef>
                <a:spcPts val="2133"/>
              </a:spcBef>
              <a:spcAft>
                <a:spcPts val="2133"/>
              </a:spcAft>
              <a:buNone/>
              <a:defRPr sz="1867"/>
            </a:lvl9pPr>
          </a:lstStyle>
          <a:p>
            <a:endParaRPr/>
          </a:p>
        </p:txBody>
      </p:sp>
      <p:sp>
        <p:nvSpPr>
          <p:cNvPr id="48" name="Google Shape;48;p14"/>
          <p:cNvSpPr txBox="1">
            <a:spLocks noGrp="1"/>
          </p:cNvSpPr>
          <p:nvPr>
            <p:ph type="title" idx="6"/>
          </p:nvPr>
        </p:nvSpPr>
        <p:spPr>
          <a:xfrm>
            <a:off x="8134100" y="3837443"/>
            <a:ext cx="3118800" cy="562000"/>
          </a:xfrm>
          <a:prstGeom prst="rect">
            <a:avLst/>
          </a:prstGeom>
          <a:noFill/>
          <a:ln>
            <a:noFill/>
          </a:ln>
        </p:spPr>
        <p:txBody>
          <a:bodyPr spcFirstLastPara="1" wrap="square" lIns="0" tIns="0" rIns="0" bIns="0" anchor="ctr" anchorCtr="0">
            <a:noAutofit/>
          </a:bodyPr>
          <a:lstStyle>
            <a:lvl1pPr marR="95998" lvl="0" rtl="0">
              <a:spcBef>
                <a:spcPts val="0"/>
              </a:spcBef>
              <a:spcAft>
                <a:spcPts val="0"/>
              </a:spcAft>
              <a:buSzPts val="1400"/>
              <a:buNone/>
              <a:defRPr sz="3200" i="0"/>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49" name="Google Shape;49;p14"/>
          <p:cNvSpPr txBox="1">
            <a:spLocks noGrp="1"/>
          </p:cNvSpPr>
          <p:nvPr>
            <p:ph type="subTitle" idx="7"/>
          </p:nvPr>
        </p:nvSpPr>
        <p:spPr>
          <a:xfrm>
            <a:off x="8134100" y="4273409"/>
            <a:ext cx="3118800" cy="859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2133"/>
              </a:spcBef>
              <a:spcAft>
                <a:spcPts val="0"/>
              </a:spcAft>
              <a:buNone/>
              <a:defRPr sz="1867"/>
            </a:lvl2pPr>
            <a:lvl3pPr lvl="2" rtl="0">
              <a:spcBef>
                <a:spcPts val="2133"/>
              </a:spcBef>
              <a:spcAft>
                <a:spcPts val="0"/>
              </a:spcAft>
              <a:buNone/>
              <a:defRPr sz="1867"/>
            </a:lvl3pPr>
            <a:lvl4pPr lvl="3" rtl="0">
              <a:spcBef>
                <a:spcPts val="2133"/>
              </a:spcBef>
              <a:spcAft>
                <a:spcPts val="0"/>
              </a:spcAft>
              <a:buNone/>
              <a:defRPr sz="1867"/>
            </a:lvl4pPr>
            <a:lvl5pPr lvl="4" rtl="0">
              <a:spcBef>
                <a:spcPts val="2133"/>
              </a:spcBef>
              <a:spcAft>
                <a:spcPts val="0"/>
              </a:spcAft>
              <a:buNone/>
              <a:defRPr sz="1867"/>
            </a:lvl5pPr>
            <a:lvl6pPr lvl="5" rtl="0">
              <a:spcBef>
                <a:spcPts val="2133"/>
              </a:spcBef>
              <a:spcAft>
                <a:spcPts val="0"/>
              </a:spcAft>
              <a:buNone/>
              <a:defRPr sz="1867"/>
            </a:lvl6pPr>
            <a:lvl7pPr lvl="6" rtl="0">
              <a:spcBef>
                <a:spcPts val="2133"/>
              </a:spcBef>
              <a:spcAft>
                <a:spcPts val="0"/>
              </a:spcAft>
              <a:buNone/>
              <a:defRPr sz="1867"/>
            </a:lvl7pPr>
            <a:lvl8pPr lvl="7" rtl="0">
              <a:spcBef>
                <a:spcPts val="2133"/>
              </a:spcBef>
              <a:spcAft>
                <a:spcPts val="0"/>
              </a:spcAft>
              <a:buNone/>
              <a:defRPr sz="1867"/>
            </a:lvl8pPr>
            <a:lvl9pPr lvl="8" rtl="0">
              <a:spcBef>
                <a:spcPts val="2133"/>
              </a:spcBef>
              <a:spcAft>
                <a:spcPts val="2133"/>
              </a:spcAft>
              <a:buNone/>
              <a:defRPr sz="1867"/>
            </a:lvl9pPr>
          </a:lstStyle>
          <a:p>
            <a:endParaRPr/>
          </a:p>
        </p:txBody>
      </p:sp>
      <p:sp>
        <p:nvSpPr>
          <p:cNvPr id="50" name="Google Shape;50;p14"/>
          <p:cNvSpPr txBox="1">
            <a:spLocks noGrp="1"/>
          </p:cNvSpPr>
          <p:nvPr>
            <p:ph type="title" idx="8" hasCustomPrompt="1"/>
          </p:nvPr>
        </p:nvSpPr>
        <p:spPr>
          <a:xfrm>
            <a:off x="2612449" y="4219067"/>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51" name="Google Shape;51;p14"/>
          <p:cNvSpPr txBox="1">
            <a:spLocks noGrp="1"/>
          </p:cNvSpPr>
          <p:nvPr>
            <p:ph type="title" idx="9" hasCustomPrompt="1"/>
          </p:nvPr>
        </p:nvSpPr>
        <p:spPr>
          <a:xfrm>
            <a:off x="939116" y="2307133"/>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52" name="Google Shape;52;p14"/>
          <p:cNvSpPr txBox="1">
            <a:spLocks noGrp="1"/>
          </p:cNvSpPr>
          <p:nvPr>
            <p:ph type="title" idx="13" hasCustomPrompt="1"/>
          </p:nvPr>
        </p:nvSpPr>
        <p:spPr>
          <a:xfrm>
            <a:off x="7072000" y="4244843"/>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53" name="Google Shape;53;p14"/>
          <p:cNvSpPr txBox="1">
            <a:spLocks noGrp="1"/>
          </p:cNvSpPr>
          <p:nvPr>
            <p:ph type="title" idx="14" hasCustomPrompt="1"/>
          </p:nvPr>
        </p:nvSpPr>
        <p:spPr>
          <a:xfrm>
            <a:off x="5398549" y="2292284"/>
            <a:ext cx="800000" cy="56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2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Tree>
    <p:extLst>
      <p:ext uri="{BB962C8B-B14F-4D97-AF65-F5344CB8AC3E}">
        <p14:creationId xmlns:p14="http://schemas.microsoft.com/office/powerpoint/2010/main" val="4119737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60000" y="1518867"/>
            <a:ext cx="5872000" cy="3454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9600">
                <a:latin typeface="Anton"/>
                <a:ea typeface="Anton"/>
                <a:cs typeface="Anton"/>
                <a:sym typeface="Anton"/>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960000" y="4780100"/>
            <a:ext cx="4513200" cy="579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867">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867127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960000" y="1536633"/>
            <a:ext cx="10272000" cy="4555200"/>
          </a:xfrm>
          <a:prstGeom prst="rect">
            <a:avLst/>
          </a:prstGeom>
          <a:solidFill>
            <a:srgbClr val="FFFFFF">
              <a:alpha val="45090"/>
            </a:srgbClr>
          </a:solidFill>
        </p:spPr>
        <p:txBody>
          <a:bodyPr spcFirstLastPara="1" wrap="square" lIns="91425" tIns="91425" rIns="91425" bIns="91425" anchor="t" anchorCtr="0">
            <a:noAutofit/>
          </a:bodyPr>
          <a:lstStyle>
            <a:lvl1pPr marL="609585" lvl="0" indent="-397923">
              <a:lnSpc>
                <a:spcPct val="100000"/>
              </a:lnSpc>
              <a:spcBef>
                <a:spcPts val="0"/>
              </a:spcBef>
              <a:spcAft>
                <a:spcPts val="0"/>
              </a:spcAft>
              <a:buClr>
                <a:srgbClr val="434343"/>
              </a:buClr>
              <a:buSzPts val="1100"/>
              <a:buAutoNum type="arabicPeriod"/>
              <a:defRPr sz="1733">
                <a:solidFill>
                  <a:srgbClr val="F3F3F3"/>
                </a:solidFill>
              </a:defRPr>
            </a:lvl1pPr>
            <a:lvl2pPr marL="1219170" lvl="1" indent="-397923">
              <a:spcBef>
                <a:spcPts val="2133"/>
              </a:spcBef>
              <a:spcAft>
                <a:spcPts val="0"/>
              </a:spcAft>
              <a:buClr>
                <a:srgbClr val="000000"/>
              </a:buClr>
              <a:buSzPts val="1100"/>
              <a:buAutoNum type="alphaLcPeriod"/>
              <a:defRPr sz="1600"/>
            </a:lvl2pPr>
            <a:lvl3pPr marL="1828754" lvl="2" indent="-397923">
              <a:spcBef>
                <a:spcPts val="2133"/>
              </a:spcBef>
              <a:spcAft>
                <a:spcPts val="0"/>
              </a:spcAft>
              <a:buClr>
                <a:srgbClr val="000000"/>
              </a:buClr>
              <a:buSzPts val="1100"/>
              <a:buAutoNum type="romanLcPeriod"/>
              <a:defRPr sz="1600"/>
            </a:lvl3pPr>
            <a:lvl4pPr marL="2438339" lvl="3" indent="-397923">
              <a:spcBef>
                <a:spcPts val="2133"/>
              </a:spcBef>
              <a:spcAft>
                <a:spcPts val="0"/>
              </a:spcAft>
              <a:buClr>
                <a:srgbClr val="000000"/>
              </a:buClr>
              <a:buSzPts val="1100"/>
              <a:buAutoNum type="arabicPeriod"/>
              <a:defRPr sz="1600"/>
            </a:lvl4pPr>
            <a:lvl5pPr marL="3047924" lvl="4" indent="-397923">
              <a:spcBef>
                <a:spcPts val="2133"/>
              </a:spcBef>
              <a:spcAft>
                <a:spcPts val="0"/>
              </a:spcAft>
              <a:buClr>
                <a:srgbClr val="000000"/>
              </a:buClr>
              <a:buSzPts val="1100"/>
              <a:buAutoNum type="alphaLcPeriod"/>
              <a:defRPr sz="1600"/>
            </a:lvl5pPr>
            <a:lvl6pPr marL="3657509" lvl="5" indent="-397923">
              <a:spcBef>
                <a:spcPts val="2133"/>
              </a:spcBef>
              <a:spcAft>
                <a:spcPts val="0"/>
              </a:spcAft>
              <a:buClr>
                <a:srgbClr val="000000"/>
              </a:buClr>
              <a:buSzPts val="1100"/>
              <a:buAutoNum type="romanLcPeriod"/>
              <a:defRPr sz="1600"/>
            </a:lvl6pPr>
            <a:lvl7pPr marL="4267093" lvl="6" indent="-397923">
              <a:spcBef>
                <a:spcPts val="2133"/>
              </a:spcBef>
              <a:spcAft>
                <a:spcPts val="0"/>
              </a:spcAft>
              <a:buClr>
                <a:srgbClr val="000000"/>
              </a:buClr>
              <a:buSzPts val="1100"/>
              <a:buAutoNum type="arabicPeriod"/>
              <a:defRPr sz="1600"/>
            </a:lvl7pPr>
            <a:lvl8pPr marL="4876678" lvl="7" indent="-397923">
              <a:spcBef>
                <a:spcPts val="2133"/>
              </a:spcBef>
              <a:spcAft>
                <a:spcPts val="0"/>
              </a:spcAft>
              <a:buClr>
                <a:srgbClr val="000000"/>
              </a:buClr>
              <a:buSzPts val="1100"/>
              <a:buAutoNum type="alphaLcPeriod"/>
              <a:defRPr sz="1600"/>
            </a:lvl8pPr>
            <a:lvl9pPr marL="5486263" lvl="8" indent="-397923">
              <a:spcBef>
                <a:spcPts val="2133"/>
              </a:spcBef>
              <a:spcAft>
                <a:spcPts val="2133"/>
              </a:spcAft>
              <a:buClr>
                <a:srgbClr val="000000"/>
              </a:buClr>
              <a:buSzPts val="1100"/>
              <a:buAutoNum type="romanLcPeriod"/>
              <a:defRPr sz="1600"/>
            </a:lvl9pPr>
          </a:lstStyle>
          <a:p>
            <a:endParaRPr/>
          </a:p>
        </p:txBody>
      </p:sp>
      <p:sp>
        <p:nvSpPr>
          <p:cNvPr id="15" name="Google Shape;15;p4"/>
          <p:cNvSpPr txBox="1">
            <a:spLocks noGrp="1"/>
          </p:cNvSpPr>
          <p:nvPr>
            <p:ph type="title"/>
          </p:nvPr>
        </p:nvSpPr>
        <p:spPr>
          <a:xfrm>
            <a:off x="960133" y="6797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40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196593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9"/>
          <p:cNvSpPr txBox="1">
            <a:spLocks noGrp="1"/>
          </p:cNvSpPr>
          <p:nvPr>
            <p:ph type="title"/>
          </p:nvPr>
        </p:nvSpPr>
        <p:spPr>
          <a:xfrm>
            <a:off x="3229667" y="1891600"/>
            <a:ext cx="5732800" cy="307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2007823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697100" y="1295800"/>
            <a:ext cx="5050400" cy="42664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80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3" name="Google Shape;33;p10"/>
          <p:cNvSpPr txBox="1">
            <a:spLocks noGrp="1"/>
          </p:cNvSpPr>
          <p:nvPr>
            <p:ph type="subTitle" idx="1"/>
          </p:nvPr>
        </p:nvSpPr>
        <p:spPr>
          <a:xfrm>
            <a:off x="6399933" y="2605600"/>
            <a:ext cx="2586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867"/>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4" name="Google Shape;34;p10"/>
          <p:cNvSpPr txBox="1">
            <a:spLocks noGrp="1"/>
          </p:cNvSpPr>
          <p:nvPr>
            <p:ph type="title" idx="2" hasCustomPrompt="1"/>
          </p:nvPr>
        </p:nvSpPr>
        <p:spPr>
          <a:xfrm>
            <a:off x="6465560" y="1334833"/>
            <a:ext cx="2702400" cy="24196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86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3003852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ackground 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extLst>
      <p:ext uri="{BB962C8B-B14F-4D97-AF65-F5344CB8AC3E}">
        <p14:creationId xmlns:p14="http://schemas.microsoft.com/office/powerpoint/2010/main" val="1147725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2">
  <p:cSld name="Background 2">
    <p:bg>
      <p:bgPr>
        <a:blipFill>
          <a:blip r:embed="rId2">
            <a:alphaModFix/>
          </a:blip>
          <a:stretch>
            <a:fillRect/>
          </a:stretch>
        </a:blipFill>
        <a:effectLst/>
      </p:bgPr>
    </p:bg>
    <p:spTree>
      <p:nvGrpSpPr>
        <p:cNvPr id="1" name="Shape 93"/>
        <p:cNvGrpSpPr/>
        <p:nvPr/>
      </p:nvGrpSpPr>
      <p:grpSpPr>
        <a:xfrm>
          <a:off x="0" y="0"/>
          <a:ext cx="0" cy="0"/>
          <a:chOff x="0" y="0"/>
          <a:chExt cx="0" cy="0"/>
        </a:xfrm>
      </p:grpSpPr>
    </p:spTree>
    <p:extLst>
      <p:ext uri="{BB962C8B-B14F-4D97-AF65-F5344CB8AC3E}">
        <p14:creationId xmlns:p14="http://schemas.microsoft.com/office/powerpoint/2010/main" val="34059321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598560" y="578400"/>
            <a:ext cx="10994400" cy="814080"/>
          </a:xfrm>
          <a:prstGeom prst="rect">
            <a:avLst/>
          </a:prstGeom>
        </p:spPr>
        <p:txBody>
          <a:bodyPr lIns="0" tIns="0" rIns="0" bIns="0" anchor="ctr"/>
          <a:lstStyle/>
          <a:p>
            <a:endParaRPr lang="en-US" sz="2400" b="0" strike="noStrike" spc="-1">
              <a:solidFill>
                <a:srgbClr val="000000"/>
              </a:solidFill>
              <a:latin typeface="Calibri"/>
            </a:endParaRPr>
          </a:p>
        </p:txBody>
      </p:sp>
      <p:sp>
        <p:nvSpPr>
          <p:cNvPr id="49" name="PlaceHolder 2"/>
          <p:cNvSpPr>
            <a:spLocks noGrp="1"/>
          </p:cNvSpPr>
          <p:nvPr>
            <p:ph type="subTitle"/>
          </p:nvPr>
        </p:nvSpPr>
        <p:spPr>
          <a:xfrm>
            <a:off x="598560" y="1800000"/>
            <a:ext cx="10994400" cy="4682400"/>
          </a:xfrm>
          <a:prstGeom prst="rect">
            <a:avLst/>
          </a:prstGeom>
        </p:spPr>
        <p:txBody>
          <a:bodyPr lIns="0" tIns="0" rIns="0" bIns="0" anchor="ctr"/>
          <a:lstStyle/>
          <a:p>
            <a:pPr algn="ctr"/>
            <a:endParaRPr lang="en-US" sz="4267" b="0" strike="noStrike" spc="-1">
              <a:latin typeface="Arial"/>
            </a:endParaRPr>
          </a:p>
        </p:txBody>
      </p:sp>
    </p:spTree>
    <p:extLst>
      <p:ext uri="{BB962C8B-B14F-4D97-AF65-F5344CB8AC3E}">
        <p14:creationId xmlns:p14="http://schemas.microsoft.com/office/powerpoint/2010/main" val="1612843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3" y="3085765"/>
            <a:ext cx="11262867"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1020432"/>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3" y="2495446"/>
            <a:ext cx="10993547" cy="590321"/>
          </a:xfrm>
        </p:spPr>
        <p:txBody>
          <a:bodyPr anchor="t">
            <a:normAutofit/>
          </a:bodyPr>
          <a:lstStyle>
            <a:lvl1pPr marL="0" indent="0" algn="l">
              <a:buNone/>
              <a:defRPr sz="1600" cap="all">
                <a:solidFill>
                  <a:schemeClr val="accent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8"/>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8/29/2025</a:t>
            </a:fld>
            <a:endParaRPr lang="en-US"/>
          </a:p>
        </p:txBody>
      </p:sp>
      <p:sp>
        <p:nvSpPr>
          <p:cNvPr id="5" name="Footer Placeholder 4"/>
          <p:cNvSpPr>
            <a:spLocks noGrp="1"/>
          </p:cNvSpPr>
          <p:nvPr>
            <p:ph type="ftr" sz="quarter" idx="11"/>
          </p:nvPr>
        </p:nvSpPr>
        <p:spPr>
          <a:xfrm>
            <a:off x="581192" y="5951812"/>
            <a:ext cx="6917211"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8"/>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7218352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5" y="614407"/>
            <a:ext cx="11309339" cy="11892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4" y="2180498"/>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1" y="5956138"/>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13780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8" y="5141975"/>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4" y="3043911"/>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4" y="4541418"/>
            <a:ext cx="11029615" cy="600556"/>
          </a:xfrm>
        </p:spPr>
        <p:txBody>
          <a:bodyPr anchor="t">
            <a:normAutofit/>
          </a:bodyPr>
          <a:lstStyle>
            <a:lvl1pPr marL="0" indent="0" algn="l">
              <a:buNone/>
              <a:defRPr sz="1800" cap="all">
                <a:solidFill>
                  <a:schemeClr val="accent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8/29/2025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714702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3" y="606555"/>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9"/>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4" y="2228004"/>
            <a:ext cx="5422391"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4"/>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9612363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3" y="606555"/>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9"/>
            <a:ext cx="11029616" cy="988332"/>
          </a:xfrm>
        </p:spPr>
        <p:txBody>
          <a:bodyPr/>
          <a:lstStyle/>
          <a:p>
            <a:r>
              <a:rPr lang="en-US"/>
              <a:t>Click to edit Master title style</a:t>
            </a:r>
          </a:p>
        </p:txBody>
      </p:sp>
      <p:sp>
        <p:nvSpPr>
          <p:cNvPr id="3" name="Text Placeholder 2"/>
          <p:cNvSpPr>
            <a:spLocks noGrp="1"/>
          </p:cNvSpPr>
          <p:nvPr>
            <p:ph type="body" idx="1"/>
          </p:nvPr>
        </p:nvSpPr>
        <p:spPr>
          <a:xfrm>
            <a:off x="887220" y="2250892"/>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7" y="2250892"/>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04749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5"/>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5" y="729659"/>
            <a:ext cx="11029616" cy="988332"/>
          </a:xfrm>
        </p:spPr>
        <p:txBody>
          <a:bodyPr/>
          <a:lstStyle/>
          <a:p>
            <a:r>
              <a:rPr lang="en-US"/>
              <a:t>Click to edit Master title style</a:t>
            </a:r>
          </a:p>
        </p:txBody>
      </p:sp>
    </p:spTree>
    <p:extLst>
      <p:ext uri="{BB962C8B-B14F-4D97-AF65-F5344CB8AC3E}">
        <p14:creationId xmlns:p14="http://schemas.microsoft.com/office/powerpoint/2010/main" val="2560731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529942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4"/>
            <a:ext cx="11298200" cy="127470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5"/>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4" y="5262297"/>
            <a:ext cx="5869987" cy="689515"/>
          </a:xfrm>
        </p:spPr>
        <p:txBody>
          <a:bodyPr anchor="ctr">
            <a:normAutofit/>
          </a:bodyPr>
          <a:lstStyle>
            <a:lvl1pPr marL="0" indent="0" algn="r">
              <a:buNone/>
              <a:defRPr sz="11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8/29/2025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1165486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9"/>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6"/>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6869764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5" y="614407"/>
            <a:ext cx="11309339" cy="11892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5822969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2" y="599726"/>
            <a:ext cx="2906817" cy="58169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2" y="675728"/>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4" y="5956138"/>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8/29/2025</a:t>
            </a:fld>
            <a:endParaRPr lang="en-US"/>
          </a:p>
        </p:txBody>
      </p:sp>
      <p:sp>
        <p:nvSpPr>
          <p:cNvPr id="5" name="Footer Placeholder 4"/>
          <p:cNvSpPr>
            <a:spLocks noGrp="1"/>
          </p:cNvSpPr>
          <p:nvPr>
            <p:ph type="ftr" sz="quarter" idx="11"/>
          </p:nvPr>
        </p:nvSpPr>
        <p:spPr>
          <a:xfrm>
            <a:off x="774925" y="5951812"/>
            <a:ext cx="7896279" cy="365125"/>
          </a:xfrm>
        </p:spPr>
        <p:txBody>
          <a:bodyPr/>
          <a:lstStyle/>
          <a:p>
            <a:endParaRPr lang="en-US"/>
          </a:p>
        </p:txBody>
      </p:sp>
      <p:sp>
        <p:nvSpPr>
          <p:cNvPr id="6" name="Slide Number Placeholder 5"/>
          <p:cNvSpPr>
            <a:spLocks noGrp="1"/>
          </p:cNvSpPr>
          <p:nvPr>
            <p:ph type="sldNum" sz="quarter" idx="12"/>
          </p:nvPr>
        </p:nvSpPr>
        <p:spPr>
          <a:xfrm>
            <a:off x="10446616" y="5956138"/>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801565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11246621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598560" y="578400"/>
            <a:ext cx="10994400" cy="814080"/>
          </a:xfrm>
          <a:prstGeom prst="rect">
            <a:avLst/>
          </a:prstGeom>
        </p:spPr>
        <p:txBody>
          <a:bodyPr lIns="0" tIns="0" rIns="0" bIns="0" anchor="ctr"/>
          <a:lstStyle/>
          <a:p>
            <a:endParaRPr lang="en-US" sz="2400" b="0" strike="noStrike" spc="-1">
              <a:solidFill>
                <a:srgbClr val="000000"/>
              </a:solidFill>
              <a:latin typeface="Calibri"/>
            </a:endParaRPr>
          </a:p>
        </p:txBody>
      </p:sp>
      <p:sp>
        <p:nvSpPr>
          <p:cNvPr id="49" name="PlaceHolder 2"/>
          <p:cNvSpPr>
            <a:spLocks noGrp="1"/>
          </p:cNvSpPr>
          <p:nvPr>
            <p:ph type="subTitle"/>
          </p:nvPr>
        </p:nvSpPr>
        <p:spPr>
          <a:xfrm>
            <a:off x="598560" y="1800000"/>
            <a:ext cx="10994400" cy="4682400"/>
          </a:xfrm>
          <a:prstGeom prst="rect">
            <a:avLst/>
          </a:prstGeom>
        </p:spPr>
        <p:txBody>
          <a:bodyPr lIns="0" tIns="0" rIns="0" bIns="0" anchor="ctr"/>
          <a:lstStyle/>
          <a:p>
            <a:pPr algn="ctr"/>
            <a:endParaRPr lang="en-US" sz="4266" b="0" strike="noStrike" spc="-1">
              <a:latin typeface="Arial"/>
            </a:endParaRPr>
          </a:p>
        </p:txBody>
      </p:sp>
    </p:spTree>
    <p:extLst>
      <p:ext uri="{BB962C8B-B14F-4D97-AF65-F5344CB8AC3E}">
        <p14:creationId xmlns:p14="http://schemas.microsoft.com/office/powerpoint/2010/main" val="24343503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a:endParaRPr/>
          </a:p>
        </p:txBody>
      </p:sp>
    </p:spTree>
    <p:extLst>
      <p:ext uri="{BB962C8B-B14F-4D97-AF65-F5344CB8AC3E}">
        <p14:creationId xmlns:p14="http://schemas.microsoft.com/office/powerpoint/2010/main" val="3977837130"/>
      </p:ext>
    </p:extLst>
  </p:cSld>
  <p:clrMap bg1="lt1" tx1="dk1" bg2="dk2" tx2="lt2" accent1="accent1" accent2="accent2" accent3="accent3" accent4="accent4" accent5="accent5" accent6="accent6" hlink="hlink" folHlink="folHlink"/>
  <p:sldLayoutIdLst>
    <p:sldLayoutId id="2147483662" r:id="rId1"/>
    <p:sldLayoutId id="2147483664" r:id="rId2"/>
    <p:sldLayoutId id="2147483666" r:id="rId3"/>
    <p:sldLayoutId id="2147483667" r:id="rId4"/>
    <p:sldLayoutId id="214748366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a:endParaRPr/>
          </a:p>
        </p:txBody>
      </p:sp>
    </p:spTree>
    <p:extLst>
      <p:ext uri="{BB962C8B-B14F-4D97-AF65-F5344CB8AC3E}">
        <p14:creationId xmlns:p14="http://schemas.microsoft.com/office/powerpoint/2010/main" val="297227310"/>
      </p:ext>
    </p:extLst>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5" r:id="rId4"/>
    <p:sldLayoutId id="2147483676" r:id="rId5"/>
    <p:sldLayoutId id="214748372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a:endParaRPr/>
          </a:p>
        </p:txBody>
      </p:sp>
    </p:spTree>
    <p:extLst>
      <p:ext uri="{BB962C8B-B14F-4D97-AF65-F5344CB8AC3E}">
        <p14:creationId xmlns:p14="http://schemas.microsoft.com/office/powerpoint/2010/main" val="3654038878"/>
      </p:ext>
    </p:extLst>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4" r:id="rId5"/>
    <p:sldLayoutId id="2147483685" r:id="rId6"/>
    <p:sldLayoutId id="214748368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3" y="5956138"/>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8/29/2025</a:t>
            </a:fld>
            <a:endParaRPr lang="en-US"/>
          </a:p>
        </p:txBody>
      </p:sp>
      <p:sp>
        <p:nvSpPr>
          <p:cNvPr id="5" name="Footer Placeholder 4"/>
          <p:cNvSpPr>
            <a:spLocks noGrp="1"/>
          </p:cNvSpPr>
          <p:nvPr>
            <p:ph type="ftr" sz="quarter" idx="3"/>
          </p:nvPr>
        </p:nvSpPr>
        <p:spPr>
          <a:xfrm>
            <a:off x="581192" y="5951812"/>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1" y="5956138"/>
            <a:ext cx="1052511"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5"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1"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5774385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457189"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2691426452"/>
      </p:ext>
    </p:extLst>
  </p:cSld>
  <p:clrMap bg1="lt1" tx1="dk1" bg2="dk2" tx2="lt2" accent1="accent1" accent2="accent2" accent3="accent3" accent4="accent4" accent5="accent5" accent6="accent6" hlink="hlink" folHlink="folHlink"/>
  <p:sldLayoutIdLst>
    <p:sldLayoutId id="2147483765" r:id="rId1"/>
    <p:sldLayoutId id="214748376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5.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5.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5.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5.xml"/><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4" name="Google Shape;104;p24"/>
          <p:cNvPicPr preferRelativeResize="0"/>
          <p:nvPr/>
        </p:nvPicPr>
        <p:blipFill rotWithShape="1">
          <a:blip r:embed="rId3">
            <a:alphaModFix/>
          </a:blip>
          <a:srcRect l="6664" t="4858" r="6220" b="5495"/>
          <a:stretch/>
        </p:blipFill>
        <p:spPr>
          <a:xfrm>
            <a:off x="6530758" y="478720"/>
            <a:ext cx="5141289" cy="5321445"/>
          </a:xfrm>
          <a:prstGeom prst="rect">
            <a:avLst/>
          </a:prstGeom>
          <a:noFill/>
          <a:ln>
            <a:noFill/>
          </a:ln>
        </p:spPr>
      </p:pic>
      <p:sp>
        <p:nvSpPr>
          <p:cNvPr id="13" name="Subtitle 2">
            <a:extLst>
              <a:ext uri="{FF2B5EF4-FFF2-40B4-BE49-F238E27FC236}">
                <a16:creationId xmlns:a16="http://schemas.microsoft.com/office/drawing/2014/main" id="{F84C6535-F625-A89F-D5B3-248EDA145108}"/>
              </a:ext>
            </a:extLst>
          </p:cNvPr>
          <p:cNvSpPr>
            <a:spLocks noGrp="1"/>
          </p:cNvSpPr>
          <p:nvPr>
            <p:ph type="subTitle" idx="1"/>
          </p:nvPr>
        </p:nvSpPr>
        <p:spPr>
          <a:xfrm>
            <a:off x="891682" y="4141649"/>
            <a:ext cx="5141289" cy="1648724"/>
          </a:xfrm>
          <a:noFill/>
          <a:ln>
            <a:noFill/>
          </a:ln>
        </p:spPr>
        <p:style>
          <a:lnRef idx="0">
            <a:scrgbClr r="0" g="0" b="0"/>
          </a:lnRef>
          <a:fillRef idx="0">
            <a:scrgbClr r="0" g="0" b="0"/>
          </a:fillRef>
          <a:effectRef idx="0">
            <a:scrgbClr r="0" g="0" b="0"/>
          </a:effectRef>
          <a:fontRef idx="minor">
            <a:schemeClr val="dk1"/>
          </a:fontRef>
        </p:style>
        <p:txBody>
          <a:bodyPr>
            <a:normAutofit fontScale="92500" lnSpcReduction="20000"/>
          </a:bodyPr>
          <a:lstStyle/>
          <a:p>
            <a:r>
              <a:rPr lang="en-US" sz="5867" b="1" spc="67" dirty="0">
                <a:ln w="9525" cmpd="sng">
                  <a:solidFill>
                    <a:schemeClr val="accent1"/>
                  </a:solidFill>
                  <a:prstDash val="solid"/>
                </a:ln>
                <a:solidFill>
                  <a:schemeClr val="bg2">
                    <a:lumMod val="40000"/>
                    <a:lumOff val="60000"/>
                  </a:schemeClr>
                </a:solidFill>
                <a:effectLst>
                  <a:glow rad="38100">
                    <a:schemeClr val="accent1">
                      <a:alpha val="40000"/>
                    </a:schemeClr>
                  </a:glow>
                </a:effectLst>
                <a:latin typeface="Times New Roman" panose="02020603050405020304" pitchFamily="18" charset="0"/>
                <a:cs typeface="Times New Roman" panose="02020603050405020304" pitchFamily="18" charset="0"/>
              </a:rPr>
              <a:t>Weekly Report (29-08-2025)</a:t>
            </a:r>
            <a:endParaRPr lang="en-IN" sz="5867" b="1" spc="67" dirty="0">
              <a:ln w="9525" cmpd="sng">
                <a:solidFill>
                  <a:schemeClr val="accent1"/>
                </a:solidFill>
                <a:prstDash val="solid"/>
              </a:ln>
              <a:solidFill>
                <a:schemeClr val="bg2">
                  <a:lumMod val="40000"/>
                  <a:lumOff val="60000"/>
                </a:schemeClr>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4E307E7F-0A02-63AE-656C-051A8F15D67C}"/>
              </a:ext>
            </a:extLst>
          </p:cNvPr>
          <p:cNvSpPr/>
          <p:nvPr/>
        </p:nvSpPr>
        <p:spPr>
          <a:xfrm>
            <a:off x="311599" y="672084"/>
            <a:ext cx="6504661" cy="2857500"/>
          </a:xfrm>
          <a:prstGeom prst="roundRect">
            <a:avLst/>
          </a:prstGeom>
          <a:no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defTabSz="1219170">
              <a:buClr>
                <a:srgbClr val="000000"/>
              </a:buClr>
            </a:pPr>
            <a:r>
              <a:rPr lang="en-US" sz="4000" b="1" kern="0" dirty="0" err="1">
                <a:solidFill>
                  <a:srgbClr val="00C3B1">
                    <a:lumMod val="40000"/>
                    <a:lumOff val="60000"/>
                  </a:srgbClr>
                </a:solidFill>
                <a:latin typeface="Times New Roman" panose="02020603050405020304" pitchFamily="18" charset="0"/>
                <a:cs typeface="Times New Roman" panose="02020603050405020304" pitchFamily="18" charset="0"/>
                <a:sym typeface="Arial"/>
              </a:rPr>
              <a:t>DynaTrack</a:t>
            </a:r>
            <a:r>
              <a:rPr lang="en-US" sz="4000" b="1" kern="0" dirty="0">
                <a:solidFill>
                  <a:srgbClr val="00C3B1">
                    <a:lumMod val="40000"/>
                    <a:lumOff val="60000"/>
                  </a:srgbClr>
                </a:solidFill>
                <a:latin typeface="Times New Roman" panose="02020603050405020304" pitchFamily="18" charset="0"/>
                <a:cs typeface="Times New Roman" panose="02020603050405020304" pitchFamily="18" charset="0"/>
                <a:sym typeface="Arial"/>
              </a:rPr>
              <a:t>: Dynamic Memory-Enhanced Transformer with Deformable Attention for Robust Single Object Tracking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8" name="Google Shape;109;p25">
            <a:extLst>
              <a:ext uri="{FF2B5EF4-FFF2-40B4-BE49-F238E27FC236}">
                <a16:creationId xmlns:a16="http://schemas.microsoft.com/office/drawing/2014/main" id="{90FE3016-A9F6-DF34-9D61-9237A311581D}"/>
              </a:ext>
            </a:extLst>
          </p:cNvPr>
          <p:cNvSpPr txBox="1">
            <a:spLocks/>
          </p:cNvSpPr>
          <p:nvPr/>
        </p:nvSpPr>
        <p:spPr>
          <a:xfrm>
            <a:off x="-921680" y="846909"/>
            <a:ext cx="1027200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1400"/>
              <a:buFont typeface="Rajdhani"/>
              <a:buNone/>
              <a:defRPr sz="2400" b="1" i="0" u="none" strike="noStrike" cap="none">
                <a:solidFill>
                  <a:schemeClr val="lt2"/>
                </a:solidFill>
                <a:latin typeface="Rajdhani"/>
                <a:ea typeface="Rajdhani"/>
                <a:cs typeface="Rajdhani"/>
                <a:sym typeface="Rajdhani"/>
              </a:defRPr>
            </a:lvl1pPr>
            <a:lvl2pPr marR="0" lvl="1"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2pPr>
            <a:lvl3pPr marR="0" lvl="2"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3pPr>
            <a:lvl4pPr marR="0" lvl="3"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4pPr>
            <a:lvl5pPr marR="0" lvl="4"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5pPr>
            <a:lvl6pPr marR="0" lvl="5"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6pPr>
            <a:lvl7pPr marR="0" lvl="6"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7pPr>
            <a:lvl8pPr marR="0" lvl="7"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8pPr>
            <a:lvl9pPr marR="0" lvl="8" algn="r" rtl="0">
              <a:lnSpc>
                <a:spcPct val="100000"/>
              </a:lnSpc>
              <a:spcBef>
                <a:spcPts val="0"/>
              </a:spcBef>
              <a:spcAft>
                <a:spcPts val="0"/>
              </a:spcAft>
              <a:buClr>
                <a:schemeClr val="lt2"/>
              </a:buClr>
              <a:buSzPts val="1400"/>
              <a:buFont typeface="Rajdhani"/>
              <a:buNone/>
              <a:defRPr sz="1400" b="1" i="0" u="none" strike="noStrike" cap="none">
                <a:solidFill>
                  <a:schemeClr val="lt2"/>
                </a:solidFill>
                <a:latin typeface="Rajdhani"/>
                <a:ea typeface="Rajdhani"/>
                <a:cs typeface="Rajdhani"/>
                <a:sym typeface="Rajdhani"/>
              </a:defRPr>
            </a:lvl9pPr>
          </a:lstStyle>
          <a:p>
            <a:pPr algn="ctr"/>
            <a:r>
              <a:rPr lang="en-IN" sz="4000"/>
              <a:t>CONTENTS : </a:t>
            </a:r>
          </a:p>
        </p:txBody>
      </p:sp>
      <p:graphicFrame>
        <p:nvGraphicFramePr>
          <p:cNvPr id="23" name="Diagram 22">
            <a:extLst>
              <a:ext uri="{FF2B5EF4-FFF2-40B4-BE49-F238E27FC236}">
                <a16:creationId xmlns:a16="http://schemas.microsoft.com/office/drawing/2014/main" id="{AB4F74DB-389A-5A75-5952-423AFCFD74B5}"/>
              </a:ext>
            </a:extLst>
          </p:cNvPr>
          <p:cNvGraphicFramePr/>
          <p:nvPr>
            <p:extLst>
              <p:ext uri="{D42A27DB-BD31-4B8C-83A1-F6EECF244321}">
                <p14:modId xmlns:p14="http://schemas.microsoft.com/office/powerpoint/2010/main" val="452577524"/>
              </p:ext>
            </p:extLst>
          </p:nvPr>
        </p:nvGraphicFramePr>
        <p:xfrm>
          <a:off x="674815" y="2113472"/>
          <a:ext cx="7079009" cy="40413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6" name="Google Shape;1794;p47">
            <a:extLst>
              <a:ext uri="{FF2B5EF4-FFF2-40B4-BE49-F238E27FC236}">
                <a16:creationId xmlns:a16="http://schemas.microsoft.com/office/drawing/2014/main" id="{1819CB61-B24A-C062-014B-CC2A55E9C4A9}"/>
              </a:ext>
            </a:extLst>
          </p:cNvPr>
          <p:cNvPicPr preferRelativeResize="0"/>
          <p:nvPr/>
        </p:nvPicPr>
        <p:blipFill rotWithShape="1">
          <a:blip r:embed="rId8">
            <a:alphaModFix/>
          </a:blip>
          <a:srcRect l="25302" r="25297"/>
          <a:stretch/>
        </p:blipFill>
        <p:spPr>
          <a:xfrm>
            <a:off x="8130988" y="1610509"/>
            <a:ext cx="3793933" cy="432003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E1E"/>
        </a:solidFill>
        <a:effectLst/>
      </p:bgPr>
    </p:bg>
    <p:spTree>
      <p:nvGrpSpPr>
        <p:cNvPr id="1" name="Shape 80"/>
        <p:cNvGrpSpPr/>
        <p:nvPr/>
      </p:nvGrpSpPr>
      <p:grpSpPr>
        <a:xfrm>
          <a:off x="0" y="0"/>
          <a:ext cx="0" cy="0"/>
          <a:chOff x="0" y="0"/>
          <a:chExt cx="0" cy="0"/>
        </a:xfrm>
      </p:grpSpPr>
      <p:pic>
        <p:nvPicPr>
          <p:cNvPr id="81" name="Google Shape;81;g2670baffbb0_0_62" descr=" "/>
          <p:cNvPicPr preferRelativeResize="0"/>
          <p:nvPr/>
        </p:nvPicPr>
        <p:blipFill rotWithShape="1">
          <a:blip r:embed="rId3">
            <a:alphaModFix/>
          </a:blip>
          <a:srcRect/>
          <a:stretch/>
        </p:blipFill>
        <p:spPr>
          <a:xfrm>
            <a:off x="0" y="447"/>
            <a:ext cx="12191937" cy="6857107"/>
          </a:xfrm>
          <a:prstGeom prst="rect">
            <a:avLst/>
          </a:prstGeom>
          <a:noFill/>
          <a:ln>
            <a:noFill/>
          </a:ln>
        </p:spPr>
      </p:pic>
      <p:sp>
        <p:nvSpPr>
          <p:cNvPr id="82" name="Google Shape;82;g2670baffbb0_0_62"/>
          <p:cNvSpPr/>
          <p:nvPr/>
        </p:nvSpPr>
        <p:spPr>
          <a:xfrm>
            <a:off x="11683939" y="5257562"/>
            <a:ext cx="507984" cy="1599992"/>
          </a:xfrm>
          <a:prstGeom prst="rect">
            <a:avLst/>
          </a:prstGeom>
          <a:noFill/>
          <a:ln>
            <a:noFill/>
          </a:ln>
        </p:spPr>
        <p:txBody>
          <a:bodyPr spcFirstLastPara="1" wrap="square" lIns="45707" tIns="45707" rIns="45707" bIns="45707" anchor="ctr" anchorCtr="0">
            <a:noAutofit/>
          </a:bodyPr>
          <a:lstStyle/>
          <a:p>
            <a:pPr defTabSz="457109">
              <a:buClr>
                <a:srgbClr val="000000"/>
              </a:buClr>
            </a:pPr>
            <a:endParaRPr sz="700" kern="0">
              <a:solidFill>
                <a:srgbClr val="000000"/>
              </a:solidFill>
              <a:latin typeface="Times New Roman" panose="02020603050405020304" pitchFamily="18" charset="0"/>
              <a:cs typeface="Times New Roman" panose="02020603050405020304" pitchFamily="18" charset="0"/>
              <a:sym typeface="Arial"/>
            </a:endParaRPr>
          </a:p>
        </p:txBody>
      </p:sp>
      <p:sp>
        <p:nvSpPr>
          <p:cNvPr id="84" name="Google Shape;84;g2670baffbb0_0_62"/>
          <p:cNvSpPr/>
          <p:nvPr/>
        </p:nvSpPr>
        <p:spPr>
          <a:xfrm>
            <a:off x="699156" y="190548"/>
            <a:ext cx="11285096" cy="893134"/>
          </a:xfrm>
          <a:prstGeom prst="rect">
            <a:avLst/>
          </a:prstGeom>
          <a:noFill/>
          <a:ln>
            <a:noFill/>
          </a:ln>
        </p:spPr>
        <p:txBody>
          <a:bodyPr spcFirstLastPara="1" wrap="square" lIns="0" tIns="0" rIns="0" bIns="0" anchor="t" anchorCtr="0">
            <a:noAutofit/>
          </a:bodyPr>
          <a:lstStyle/>
          <a:p>
            <a:pPr defTabSz="457109">
              <a:buClr>
                <a:srgbClr val="56D9FF"/>
              </a:buClr>
              <a:buSzPts val="8000"/>
            </a:pPr>
            <a:r>
              <a:rPr lang="en-IN" sz="3999" kern="0" dirty="0">
                <a:solidFill>
                  <a:srgbClr val="FFFFFF"/>
                </a:solidFill>
                <a:latin typeface="Times New Roman" panose="02020603050405020304" pitchFamily="18" charset="0"/>
                <a:cs typeface="Times New Roman" panose="02020603050405020304" pitchFamily="18" charset="0"/>
                <a:sym typeface="Arial"/>
              </a:rPr>
              <a:t>Research Progress for Previous and upcoming weeks</a:t>
            </a:r>
            <a:endParaRPr sz="3999" kern="0" dirty="0">
              <a:solidFill>
                <a:srgbClr val="000000"/>
              </a:solidFill>
              <a:latin typeface="Times New Roman" panose="02020603050405020304" pitchFamily="18" charset="0"/>
              <a:ea typeface="Calibri"/>
              <a:cs typeface="Times New Roman" panose="02020603050405020304" pitchFamily="18" charset="0"/>
              <a:sym typeface="Calibri"/>
            </a:endParaRPr>
          </a:p>
        </p:txBody>
      </p:sp>
      <p:graphicFrame>
        <p:nvGraphicFramePr>
          <p:cNvPr id="10" name="Table 4">
            <a:extLst>
              <a:ext uri="{FF2B5EF4-FFF2-40B4-BE49-F238E27FC236}">
                <a16:creationId xmlns:a16="http://schemas.microsoft.com/office/drawing/2014/main" id="{B5785E5A-79BF-4C91-B1EF-4B424AAF0E50}"/>
              </a:ext>
            </a:extLst>
          </p:cNvPr>
          <p:cNvGraphicFramePr>
            <a:graphicFrameLocks noGrp="1"/>
          </p:cNvGraphicFramePr>
          <p:nvPr>
            <p:extLst>
              <p:ext uri="{D42A27DB-BD31-4B8C-83A1-F6EECF244321}">
                <p14:modId xmlns:p14="http://schemas.microsoft.com/office/powerpoint/2010/main" val="2468218013"/>
              </p:ext>
            </p:extLst>
          </p:nvPr>
        </p:nvGraphicFramePr>
        <p:xfrm>
          <a:off x="830669" y="1288490"/>
          <a:ext cx="10530598" cy="4281020"/>
        </p:xfrm>
        <a:graphic>
          <a:graphicData uri="http://schemas.openxmlformats.org/drawingml/2006/table">
            <a:tbl>
              <a:tblPr firstRow="1" bandRow="1">
                <a:tableStyleId>{35758FB7-9AC5-4552-8A53-C91805E547FA}</a:tableStyleId>
              </a:tblPr>
              <a:tblGrid>
                <a:gridCol w="4999129">
                  <a:extLst>
                    <a:ext uri="{9D8B030D-6E8A-4147-A177-3AD203B41FA5}">
                      <a16:colId xmlns:a16="http://schemas.microsoft.com/office/drawing/2014/main" val="617564667"/>
                    </a:ext>
                  </a:extLst>
                </a:gridCol>
                <a:gridCol w="5531469">
                  <a:extLst>
                    <a:ext uri="{9D8B030D-6E8A-4147-A177-3AD203B41FA5}">
                      <a16:colId xmlns:a16="http://schemas.microsoft.com/office/drawing/2014/main" val="4144658280"/>
                    </a:ext>
                  </a:extLst>
                </a:gridCol>
              </a:tblGrid>
              <a:tr h="432276">
                <a:tc>
                  <a:txBody>
                    <a:bodyPr/>
                    <a:lstStyle/>
                    <a:p>
                      <a:r>
                        <a:rPr lang="en-US" sz="2200" dirty="0">
                          <a:latin typeface="Times New Roman" panose="02020603050405020304" pitchFamily="18" charset="0"/>
                          <a:cs typeface="Times New Roman" panose="02020603050405020304" pitchFamily="18" charset="0"/>
                        </a:rPr>
                        <a:t>Last week</a:t>
                      </a:r>
                      <a:endParaRPr lang="en-US" sz="2200" dirty="0">
                        <a:solidFill>
                          <a:schemeClr val="tx1"/>
                        </a:solidFill>
                        <a:latin typeface="Times New Roman" panose="02020603050405020304" pitchFamily="18" charset="0"/>
                        <a:cs typeface="Times New Roman" panose="02020603050405020304" pitchFamily="18" charset="0"/>
                      </a:endParaRPr>
                    </a:p>
                  </a:txBody>
                  <a:tcPr marL="60952" marR="60952" marT="30476" marB="30476"/>
                </a:tc>
                <a:tc>
                  <a:txBody>
                    <a:bodyPr/>
                    <a:lstStyle/>
                    <a:p>
                      <a:r>
                        <a:rPr lang="en-US" sz="2200" u="none" strike="noStrike" cap="none" dirty="0">
                          <a:latin typeface="Times New Roman" panose="02020603050405020304" pitchFamily="18" charset="0"/>
                          <a:cs typeface="Times New Roman" panose="02020603050405020304" pitchFamily="18" charset="0"/>
                          <a:sym typeface="Arial"/>
                        </a:rPr>
                        <a:t>Upcoming week</a:t>
                      </a:r>
                      <a:endParaRPr lang="en-US" sz="2200" b="1"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60952" marR="60952" marT="30476" marB="30476"/>
                </a:tc>
                <a:extLst>
                  <a:ext uri="{0D108BD9-81ED-4DB2-BD59-A6C34878D82A}">
                    <a16:rowId xmlns:a16="http://schemas.microsoft.com/office/drawing/2014/main" val="3659304523"/>
                  </a:ext>
                </a:extLst>
              </a:tr>
              <a:tr h="3848744">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200" dirty="0">
                          <a:latin typeface="Times New Roman" panose="02020603050405020304" pitchFamily="18" charset="0"/>
                          <a:cs typeface="Times New Roman" panose="02020603050405020304" pitchFamily="18" charset="0"/>
                        </a:rPr>
                        <a:t>Last week, I have completed writing the manuscript of </a:t>
                      </a:r>
                      <a:r>
                        <a:rPr lang="en-US" sz="2200" dirty="0" err="1">
                          <a:latin typeface="Times New Roman" panose="02020603050405020304" pitchFamily="18" charset="0"/>
                          <a:cs typeface="Times New Roman" panose="02020603050405020304" pitchFamily="18" charset="0"/>
                        </a:rPr>
                        <a:t>Dynatrack</a:t>
                      </a:r>
                      <a:r>
                        <a:rPr lang="en-US" sz="2200" dirty="0">
                          <a:latin typeface="Times New Roman" panose="02020603050405020304" pitchFamily="18" charset="0"/>
                          <a:cs typeface="Times New Roman" panose="02020603050405020304" pitchFamily="18" charset="0"/>
                        </a:rPr>
                        <a:t> after updating results for got-10k and </a:t>
                      </a:r>
                      <a:r>
                        <a:rPr lang="en-US" sz="2200" dirty="0" err="1">
                          <a:latin typeface="Times New Roman" panose="02020603050405020304" pitchFamily="18" charset="0"/>
                          <a:cs typeface="Times New Roman" panose="02020603050405020304" pitchFamily="18" charset="0"/>
                        </a:rPr>
                        <a:t>TrakingNet</a:t>
                      </a:r>
                      <a:r>
                        <a:rPr lang="en-US" sz="2200" dirty="0">
                          <a:latin typeface="Times New Roman" panose="02020603050405020304" pitchFamily="18" charset="0"/>
                          <a:cs typeface="Times New Roman" panose="02020603050405020304" pitchFamily="18" charset="0"/>
                        </a:rPr>
                        <a:t> dataset.</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200" dirty="0">
                          <a:latin typeface="Times New Roman" panose="02020603050405020304" pitchFamily="18" charset="0"/>
                          <a:cs typeface="Times New Roman" panose="02020603050405020304" pitchFamily="18" charset="0"/>
                        </a:rPr>
                        <a:t>I have also proofread the entire manuscript and have checked plagiarism report for the manuscript.</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200" dirty="0">
                          <a:latin typeface="Times New Roman" panose="02020603050405020304" pitchFamily="18" charset="0"/>
                          <a:cs typeface="Times New Roman" panose="02020603050405020304" pitchFamily="18" charset="0"/>
                        </a:rPr>
                        <a:t>Finally, I have sent the completed manuscript to the Professor.</a:t>
                      </a:r>
                    </a:p>
                  </a:txBody>
                  <a:tcPr marL="60952" marR="60952" marT="30476" marB="30476"/>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200" dirty="0">
                          <a:latin typeface="Times New Roman" panose="02020603050405020304" pitchFamily="18" charset="0"/>
                          <a:cs typeface="Times New Roman" panose="02020603050405020304" pitchFamily="18" charset="0"/>
                        </a:rPr>
                        <a:t>In this week, I will get corrections from Professor and will update and make corrections as per Professor suggestions.</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200" dirty="0">
                          <a:latin typeface="Times New Roman" panose="02020603050405020304" pitchFamily="18" charset="0"/>
                          <a:cs typeface="Times New Roman" panose="02020603050405020304" pitchFamily="18" charset="0"/>
                        </a:rPr>
                        <a:t>Once I get approval from Professor, I will submit the completed manuscript to the journal.</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200" dirty="0">
                          <a:latin typeface="Times New Roman" panose="02020603050405020304" pitchFamily="18" charset="0"/>
                          <a:cs typeface="Times New Roman" panose="02020603050405020304" pitchFamily="18" charset="0"/>
                        </a:rPr>
                        <a:t>And also, I will start doing literature survey for the next work which I am planning on doing using mamba or Vision Language models.</a:t>
                      </a:r>
                    </a:p>
                  </a:txBody>
                  <a:tcPr marL="60952" marR="60952" marT="30476" marB="30476"/>
                </a:tc>
                <a:extLst>
                  <a:ext uri="{0D108BD9-81ED-4DB2-BD59-A6C34878D82A}">
                    <a16:rowId xmlns:a16="http://schemas.microsoft.com/office/drawing/2014/main" val="202002763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B7BBF-A98E-A489-D300-25587B0435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97A73A-2C73-09E5-A77B-02D32BCB12E1}"/>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paper writing</a:t>
            </a:r>
          </a:p>
        </p:txBody>
      </p:sp>
      <p:pic>
        <p:nvPicPr>
          <p:cNvPr id="4" name="Picture 3">
            <a:extLst>
              <a:ext uri="{FF2B5EF4-FFF2-40B4-BE49-F238E27FC236}">
                <a16:creationId xmlns:a16="http://schemas.microsoft.com/office/drawing/2014/main" id="{62025720-6710-2703-651F-1D0887ABD76E}"/>
              </a:ext>
            </a:extLst>
          </p:cNvPr>
          <p:cNvPicPr>
            <a:picLocks noChangeAspect="1"/>
          </p:cNvPicPr>
          <p:nvPr/>
        </p:nvPicPr>
        <p:blipFill>
          <a:blip r:embed="rId2"/>
          <a:stretch>
            <a:fillRect/>
          </a:stretch>
        </p:blipFill>
        <p:spPr>
          <a:xfrm>
            <a:off x="92964" y="1280160"/>
            <a:ext cx="3886200" cy="5029200"/>
          </a:xfrm>
          <a:prstGeom prst="rect">
            <a:avLst/>
          </a:prstGeom>
        </p:spPr>
      </p:pic>
      <p:pic>
        <p:nvPicPr>
          <p:cNvPr id="9" name="Picture 8">
            <a:extLst>
              <a:ext uri="{FF2B5EF4-FFF2-40B4-BE49-F238E27FC236}">
                <a16:creationId xmlns:a16="http://schemas.microsoft.com/office/drawing/2014/main" id="{34082B96-DF1B-2692-3C67-D8BB5D6E8B6E}"/>
              </a:ext>
            </a:extLst>
          </p:cNvPr>
          <p:cNvPicPr>
            <a:picLocks noChangeAspect="1"/>
          </p:cNvPicPr>
          <p:nvPr/>
        </p:nvPicPr>
        <p:blipFill>
          <a:blip r:embed="rId3"/>
          <a:stretch>
            <a:fillRect/>
          </a:stretch>
        </p:blipFill>
        <p:spPr>
          <a:xfrm>
            <a:off x="4187950" y="1280160"/>
            <a:ext cx="3886200" cy="5029200"/>
          </a:xfrm>
          <a:prstGeom prst="rect">
            <a:avLst/>
          </a:prstGeom>
        </p:spPr>
      </p:pic>
      <p:pic>
        <p:nvPicPr>
          <p:cNvPr id="11" name="Picture 10">
            <a:extLst>
              <a:ext uri="{FF2B5EF4-FFF2-40B4-BE49-F238E27FC236}">
                <a16:creationId xmlns:a16="http://schemas.microsoft.com/office/drawing/2014/main" id="{7206C359-B2B5-B45F-8C59-B58A93F749CC}"/>
              </a:ext>
            </a:extLst>
          </p:cNvPr>
          <p:cNvPicPr>
            <a:picLocks noChangeAspect="1"/>
          </p:cNvPicPr>
          <p:nvPr/>
        </p:nvPicPr>
        <p:blipFill>
          <a:blip r:embed="rId4"/>
          <a:stretch>
            <a:fillRect/>
          </a:stretch>
        </p:blipFill>
        <p:spPr>
          <a:xfrm>
            <a:off x="8212836" y="1280160"/>
            <a:ext cx="3886200" cy="5029200"/>
          </a:xfrm>
          <a:prstGeom prst="rect">
            <a:avLst/>
          </a:prstGeom>
        </p:spPr>
      </p:pic>
    </p:spTree>
    <p:extLst>
      <p:ext uri="{BB962C8B-B14F-4D97-AF65-F5344CB8AC3E}">
        <p14:creationId xmlns:p14="http://schemas.microsoft.com/office/powerpoint/2010/main" val="345239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D04E-475C-A824-6B80-39CF8C9AE6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0F7D52C-395F-0347-48B3-81CCD96EE5E6}"/>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paper writing</a:t>
            </a:r>
          </a:p>
        </p:txBody>
      </p:sp>
      <p:pic>
        <p:nvPicPr>
          <p:cNvPr id="3" name="Picture 2">
            <a:extLst>
              <a:ext uri="{FF2B5EF4-FFF2-40B4-BE49-F238E27FC236}">
                <a16:creationId xmlns:a16="http://schemas.microsoft.com/office/drawing/2014/main" id="{7B95CF0E-5C01-5E22-22BD-909EA001B48C}"/>
              </a:ext>
            </a:extLst>
          </p:cNvPr>
          <p:cNvPicPr>
            <a:picLocks noChangeAspect="1"/>
          </p:cNvPicPr>
          <p:nvPr/>
        </p:nvPicPr>
        <p:blipFill>
          <a:blip r:embed="rId2"/>
          <a:stretch>
            <a:fillRect/>
          </a:stretch>
        </p:blipFill>
        <p:spPr>
          <a:xfrm>
            <a:off x="120396" y="1207008"/>
            <a:ext cx="3886200" cy="5029200"/>
          </a:xfrm>
          <a:prstGeom prst="rect">
            <a:avLst/>
          </a:prstGeom>
        </p:spPr>
      </p:pic>
      <p:pic>
        <p:nvPicPr>
          <p:cNvPr id="7" name="Picture 6">
            <a:extLst>
              <a:ext uri="{FF2B5EF4-FFF2-40B4-BE49-F238E27FC236}">
                <a16:creationId xmlns:a16="http://schemas.microsoft.com/office/drawing/2014/main" id="{71EB304C-A5CD-AE82-232D-C14C32470253}"/>
              </a:ext>
            </a:extLst>
          </p:cNvPr>
          <p:cNvPicPr>
            <a:picLocks noChangeAspect="1"/>
          </p:cNvPicPr>
          <p:nvPr/>
        </p:nvPicPr>
        <p:blipFill>
          <a:blip r:embed="rId3"/>
          <a:stretch>
            <a:fillRect/>
          </a:stretch>
        </p:blipFill>
        <p:spPr>
          <a:xfrm>
            <a:off x="4152900" y="1207008"/>
            <a:ext cx="3886200" cy="5029200"/>
          </a:xfrm>
          <a:prstGeom prst="rect">
            <a:avLst/>
          </a:prstGeom>
        </p:spPr>
      </p:pic>
      <p:pic>
        <p:nvPicPr>
          <p:cNvPr id="10" name="Picture 9">
            <a:extLst>
              <a:ext uri="{FF2B5EF4-FFF2-40B4-BE49-F238E27FC236}">
                <a16:creationId xmlns:a16="http://schemas.microsoft.com/office/drawing/2014/main" id="{382440C9-DC0A-4213-F74E-AFED296B5F8F}"/>
              </a:ext>
            </a:extLst>
          </p:cNvPr>
          <p:cNvPicPr>
            <a:picLocks noChangeAspect="1"/>
          </p:cNvPicPr>
          <p:nvPr/>
        </p:nvPicPr>
        <p:blipFill>
          <a:blip r:embed="rId4"/>
          <a:stretch>
            <a:fillRect/>
          </a:stretch>
        </p:blipFill>
        <p:spPr>
          <a:xfrm>
            <a:off x="8185404" y="1207008"/>
            <a:ext cx="3886200" cy="5029200"/>
          </a:xfrm>
          <a:prstGeom prst="rect">
            <a:avLst/>
          </a:prstGeom>
        </p:spPr>
      </p:pic>
    </p:spTree>
    <p:extLst>
      <p:ext uri="{BB962C8B-B14F-4D97-AF65-F5344CB8AC3E}">
        <p14:creationId xmlns:p14="http://schemas.microsoft.com/office/powerpoint/2010/main" val="4150936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1DFC7-1667-E6C9-E628-C15D95F6AF5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F78CDC-4BB8-C023-DEED-C7DCCDF1CBA2}"/>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paper writing</a:t>
            </a:r>
          </a:p>
        </p:txBody>
      </p:sp>
      <p:pic>
        <p:nvPicPr>
          <p:cNvPr id="3" name="Picture 2">
            <a:extLst>
              <a:ext uri="{FF2B5EF4-FFF2-40B4-BE49-F238E27FC236}">
                <a16:creationId xmlns:a16="http://schemas.microsoft.com/office/drawing/2014/main" id="{17C8C950-01D1-EFFD-DCCB-3B74FACB5092}"/>
              </a:ext>
            </a:extLst>
          </p:cNvPr>
          <p:cNvPicPr>
            <a:picLocks noChangeAspect="1"/>
          </p:cNvPicPr>
          <p:nvPr/>
        </p:nvPicPr>
        <p:blipFill>
          <a:blip r:embed="rId2"/>
          <a:stretch>
            <a:fillRect/>
          </a:stretch>
        </p:blipFill>
        <p:spPr>
          <a:xfrm>
            <a:off x="138684" y="1252728"/>
            <a:ext cx="3886200" cy="5029200"/>
          </a:xfrm>
          <a:prstGeom prst="rect">
            <a:avLst/>
          </a:prstGeom>
        </p:spPr>
      </p:pic>
      <p:pic>
        <p:nvPicPr>
          <p:cNvPr id="6" name="Picture 5">
            <a:extLst>
              <a:ext uri="{FF2B5EF4-FFF2-40B4-BE49-F238E27FC236}">
                <a16:creationId xmlns:a16="http://schemas.microsoft.com/office/drawing/2014/main" id="{EEFF4C15-8C01-348D-DE89-F7854E210723}"/>
              </a:ext>
            </a:extLst>
          </p:cNvPr>
          <p:cNvPicPr>
            <a:picLocks noChangeAspect="1"/>
          </p:cNvPicPr>
          <p:nvPr/>
        </p:nvPicPr>
        <p:blipFill>
          <a:blip r:embed="rId3"/>
          <a:stretch>
            <a:fillRect/>
          </a:stretch>
        </p:blipFill>
        <p:spPr>
          <a:xfrm>
            <a:off x="4152900" y="1252728"/>
            <a:ext cx="3886200" cy="5029200"/>
          </a:xfrm>
          <a:prstGeom prst="rect">
            <a:avLst/>
          </a:prstGeom>
        </p:spPr>
      </p:pic>
      <p:pic>
        <p:nvPicPr>
          <p:cNvPr id="8" name="Picture 7">
            <a:extLst>
              <a:ext uri="{FF2B5EF4-FFF2-40B4-BE49-F238E27FC236}">
                <a16:creationId xmlns:a16="http://schemas.microsoft.com/office/drawing/2014/main" id="{4EABBAD2-5795-2BB0-1627-7B10A9277E37}"/>
              </a:ext>
            </a:extLst>
          </p:cNvPr>
          <p:cNvPicPr>
            <a:picLocks noChangeAspect="1"/>
          </p:cNvPicPr>
          <p:nvPr/>
        </p:nvPicPr>
        <p:blipFill>
          <a:blip r:embed="rId4"/>
          <a:stretch>
            <a:fillRect/>
          </a:stretch>
        </p:blipFill>
        <p:spPr>
          <a:xfrm>
            <a:off x="8167116" y="1252728"/>
            <a:ext cx="3886200" cy="5029200"/>
          </a:xfrm>
          <a:prstGeom prst="rect">
            <a:avLst/>
          </a:prstGeom>
        </p:spPr>
      </p:pic>
    </p:spTree>
    <p:extLst>
      <p:ext uri="{BB962C8B-B14F-4D97-AF65-F5344CB8AC3E}">
        <p14:creationId xmlns:p14="http://schemas.microsoft.com/office/powerpoint/2010/main" val="1447378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825C-D54E-0273-52D0-4CD7FD29FA5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5C9F0D-A39D-B47F-7DB3-566EFD538074}"/>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paper writing</a:t>
            </a:r>
          </a:p>
        </p:txBody>
      </p:sp>
      <p:pic>
        <p:nvPicPr>
          <p:cNvPr id="3" name="Picture 2">
            <a:extLst>
              <a:ext uri="{FF2B5EF4-FFF2-40B4-BE49-F238E27FC236}">
                <a16:creationId xmlns:a16="http://schemas.microsoft.com/office/drawing/2014/main" id="{6554818A-1FDB-596C-9E38-4BCF7683FA54}"/>
              </a:ext>
            </a:extLst>
          </p:cNvPr>
          <p:cNvPicPr>
            <a:picLocks noChangeAspect="1"/>
          </p:cNvPicPr>
          <p:nvPr/>
        </p:nvPicPr>
        <p:blipFill>
          <a:blip r:embed="rId2"/>
          <a:stretch>
            <a:fillRect/>
          </a:stretch>
        </p:blipFill>
        <p:spPr>
          <a:xfrm>
            <a:off x="88560" y="1207008"/>
            <a:ext cx="3886200" cy="5029200"/>
          </a:xfrm>
          <a:prstGeom prst="rect">
            <a:avLst/>
          </a:prstGeom>
        </p:spPr>
      </p:pic>
      <p:pic>
        <p:nvPicPr>
          <p:cNvPr id="6" name="Picture 5">
            <a:extLst>
              <a:ext uri="{FF2B5EF4-FFF2-40B4-BE49-F238E27FC236}">
                <a16:creationId xmlns:a16="http://schemas.microsoft.com/office/drawing/2014/main" id="{72F6B131-B491-DCA2-B1CA-6202CBA0E714}"/>
              </a:ext>
            </a:extLst>
          </p:cNvPr>
          <p:cNvPicPr>
            <a:picLocks noChangeAspect="1"/>
          </p:cNvPicPr>
          <p:nvPr/>
        </p:nvPicPr>
        <p:blipFill>
          <a:blip r:embed="rId3"/>
          <a:stretch>
            <a:fillRect/>
          </a:stretch>
        </p:blipFill>
        <p:spPr>
          <a:xfrm>
            <a:off x="4052316" y="1207008"/>
            <a:ext cx="3886200" cy="5029200"/>
          </a:xfrm>
          <a:prstGeom prst="rect">
            <a:avLst/>
          </a:prstGeom>
        </p:spPr>
      </p:pic>
      <p:pic>
        <p:nvPicPr>
          <p:cNvPr id="8" name="Picture 7">
            <a:extLst>
              <a:ext uri="{FF2B5EF4-FFF2-40B4-BE49-F238E27FC236}">
                <a16:creationId xmlns:a16="http://schemas.microsoft.com/office/drawing/2014/main" id="{B7470A44-6770-47A1-DC5F-788E5CBB577E}"/>
              </a:ext>
            </a:extLst>
          </p:cNvPr>
          <p:cNvPicPr>
            <a:picLocks noChangeAspect="1"/>
          </p:cNvPicPr>
          <p:nvPr/>
        </p:nvPicPr>
        <p:blipFill>
          <a:blip r:embed="rId4"/>
          <a:stretch>
            <a:fillRect/>
          </a:stretch>
        </p:blipFill>
        <p:spPr>
          <a:xfrm>
            <a:off x="8016072" y="1207008"/>
            <a:ext cx="3886200" cy="5029200"/>
          </a:xfrm>
          <a:prstGeom prst="rect">
            <a:avLst/>
          </a:prstGeom>
        </p:spPr>
      </p:pic>
    </p:spTree>
    <p:extLst>
      <p:ext uri="{BB962C8B-B14F-4D97-AF65-F5344CB8AC3E}">
        <p14:creationId xmlns:p14="http://schemas.microsoft.com/office/powerpoint/2010/main" val="1947994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7D023-02F3-8890-4902-250F9D37A90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A3C093-73A3-1D27-F19B-DDD3E7697E68}"/>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paper writing</a:t>
            </a:r>
          </a:p>
        </p:txBody>
      </p:sp>
      <p:pic>
        <p:nvPicPr>
          <p:cNvPr id="3" name="Picture 2">
            <a:extLst>
              <a:ext uri="{FF2B5EF4-FFF2-40B4-BE49-F238E27FC236}">
                <a16:creationId xmlns:a16="http://schemas.microsoft.com/office/drawing/2014/main" id="{8F44316C-E65D-5C05-0E41-0AF067D6FC74}"/>
              </a:ext>
            </a:extLst>
          </p:cNvPr>
          <p:cNvPicPr>
            <a:picLocks noChangeAspect="1"/>
          </p:cNvPicPr>
          <p:nvPr/>
        </p:nvPicPr>
        <p:blipFill>
          <a:blip r:embed="rId2"/>
          <a:stretch>
            <a:fillRect/>
          </a:stretch>
        </p:blipFill>
        <p:spPr>
          <a:xfrm>
            <a:off x="147828" y="1161288"/>
            <a:ext cx="3886200" cy="5029200"/>
          </a:xfrm>
          <a:prstGeom prst="rect">
            <a:avLst/>
          </a:prstGeom>
        </p:spPr>
      </p:pic>
      <p:pic>
        <p:nvPicPr>
          <p:cNvPr id="6" name="Picture 5">
            <a:extLst>
              <a:ext uri="{FF2B5EF4-FFF2-40B4-BE49-F238E27FC236}">
                <a16:creationId xmlns:a16="http://schemas.microsoft.com/office/drawing/2014/main" id="{265EA11C-3C90-6152-005C-1F577BCB6C43}"/>
              </a:ext>
            </a:extLst>
          </p:cNvPr>
          <p:cNvPicPr>
            <a:picLocks noChangeAspect="1"/>
          </p:cNvPicPr>
          <p:nvPr/>
        </p:nvPicPr>
        <p:blipFill>
          <a:blip r:embed="rId3"/>
          <a:stretch>
            <a:fillRect/>
          </a:stretch>
        </p:blipFill>
        <p:spPr>
          <a:xfrm>
            <a:off x="4187950" y="1161288"/>
            <a:ext cx="3886200" cy="5029200"/>
          </a:xfrm>
          <a:prstGeom prst="rect">
            <a:avLst/>
          </a:prstGeom>
        </p:spPr>
      </p:pic>
      <p:pic>
        <p:nvPicPr>
          <p:cNvPr id="8" name="Picture 7">
            <a:extLst>
              <a:ext uri="{FF2B5EF4-FFF2-40B4-BE49-F238E27FC236}">
                <a16:creationId xmlns:a16="http://schemas.microsoft.com/office/drawing/2014/main" id="{F1D837F4-009E-4A27-3771-C89ABC0C97CA}"/>
              </a:ext>
            </a:extLst>
          </p:cNvPr>
          <p:cNvPicPr>
            <a:picLocks noChangeAspect="1"/>
          </p:cNvPicPr>
          <p:nvPr/>
        </p:nvPicPr>
        <p:blipFill>
          <a:blip r:embed="rId4"/>
          <a:stretch>
            <a:fillRect/>
          </a:stretch>
        </p:blipFill>
        <p:spPr>
          <a:xfrm>
            <a:off x="8157972" y="1161288"/>
            <a:ext cx="3886200" cy="5029200"/>
          </a:xfrm>
          <a:prstGeom prst="rect">
            <a:avLst/>
          </a:prstGeom>
        </p:spPr>
      </p:pic>
    </p:spTree>
    <p:extLst>
      <p:ext uri="{BB962C8B-B14F-4D97-AF65-F5344CB8AC3E}">
        <p14:creationId xmlns:p14="http://schemas.microsoft.com/office/powerpoint/2010/main" val="340006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B663A-99B9-FB1B-A437-88DB49A74D2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3D4A03-3F77-7FD4-667A-3C911C0E4AF3}"/>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progress-overall figure</a:t>
            </a:r>
          </a:p>
        </p:txBody>
      </p:sp>
      <p:sp>
        <p:nvSpPr>
          <p:cNvPr id="6" name="TextBox 5">
            <a:extLst>
              <a:ext uri="{FF2B5EF4-FFF2-40B4-BE49-F238E27FC236}">
                <a16:creationId xmlns:a16="http://schemas.microsoft.com/office/drawing/2014/main" id="{423B1CEC-00F5-9C08-3E96-14EE41B9C9BD}"/>
              </a:ext>
            </a:extLst>
          </p:cNvPr>
          <p:cNvSpPr txBox="1"/>
          <p:nvPr/>
        </p:nvSpPr>
        <p:spPr>
          <a:xfrm>
            <a:off x="8489442" y="1992714"/>
            <a:ext cx="3490722" cy="3139321"/>
          </a:xfrm>
          <a:prstGeom prst="rect">
            <a:avLst/>
          </a:prstGeom>
          <a:noFill/>
        </p:spPr>
        <p:txBody>
          <a:bodyPr wrap="square">
            <a:spAutoFit/>
          </a:bodyPr>
          <a:lstStyle/>
          <a:p>
            <a:r>
              <a:rPr lang="en-US" b="1" dirty="0">
                <a:solidFill>
                  <a:schemeClr val="tx2"/>
                </a:solidFill>
                <a:latin typeface="Times New Roman" panose="02020603050405020304" pitchFamily="18" charset="0"/>
                <a:cs typeface="Times New Roman" panose="02020603050405020304" pitchFamily="18" charset="0"/>
              </a:rPr>
              <a:t>Overview of the proposed </a:t>
            </a:r>
            <a:r>
              <a:rPr lang="en-US" b="1" dirty="0" err="1">
                <a:solidFill>
                  <a:schemeClr val="tx2"/>
                </a:solidFill>
                <a:latin typeface="Times New Roman" panose="02020603050405020304" pitchFamily="18" charset="0"/>
                <a:cs typeface="Times New Roman" panose="02020603050405020304" pitchFamily="18" charset="0"/>
              </a:rPr>
              <a:t>DynaTrack</a:t>
            </a:r>
            <a:r>
              <a:rPr lang="en-US" b="1" dirty="0">
                <a:solidFill>
                  <a:schemeClr val="tx2"/>
                </a:solidFill>
                <a:latin typeface="Times New Roman" panose="02020603050405020304" pitchFamily="18" charset="0"/>
                <a:cs typeface="Times New Roman" panose="02020603050405020304" pitchFamily="18" charset="0"/>
              </a:rPr>
              <a:t> architecture.</a:t>
            </a:r>
            <a:r>
              <a:rPr lang="en-US" dirty="0">
                <a:solidFill>
                  <a:schemeClr val="tx2"/>
                </a:solidFill>
                <a:latin typeface="Times New Roman" panose="02020603050405020304" pitchFamily="18" charset="0"/>
                <a:cs typeface="Times New Roman" panose="02020603050405020304" pitchFamily="18" charset="0"/>
              </a:rPr>
              <a:t> The model extracts features using a hybrid CNN-Transformer backbone, enhances them via deformable cross-attention, integrates context through a dynamic memory bank, and produces predictions via a unified head for bounding box, occlusion, and confidence estimation.</a:t>
            </a:r>
          </a:p>
        </p:txBody>
      </p:sp>
      <p:pic>
        <p:nvPicPr>
          <p:cNvPr id="4" name="Picture 3">
            <a:extLst>
              <a:ext uri="{FF2B5EF4-FFF2-40B4-BE49-F238E27FC236}">
                <a16:creationId xmlns:a16="http://schemas.microsoft.com/office/drawing/2014/main" id="{7DF3AE09-42A4-CFB2-1169-6F0D23E88AF5}"/>
              </a:ext>
            </a:extLst>
          </p:cNvPr>
          <p:cNvPicPr>
            <a:picLocks noChangeAspect="1"/>
          </p:cNvPicPr>
          <p:nvPr/>
        </p:nvPicPr>
        <p:blipFill>
          <a:blip r:embed="rId2"/>
          <a:stretch>
            <a:fillRect/>
          </a:stretch>
        </p:blipFill>
        <p:spPr>
          <a:xfrm>
            <a:off x="440436" y="996710"/>
            <a:ext cx="11311128" cy="5394406"/>
          </a:xfrm>
          <a:prstGeom prst="rect">
            <a:avLst/>
          </a:prstGeom>
        </p:spPr>
      </p:pic>
    </p:spTree>
    <p:extLst>
      <p:ext uri="{BB962C8B-B14F-4D97-AF65-F5344CB8AC3E}">
        <p14:creationId xmlns:p14="http://schemas.microsoft.com/office/powerpoint/2010/main" val="2665745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5D9AE-ED4E-A515-FD75-350689EC55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B875C52-6714-D22C-BC98-2990F39EB64D}"/>
              </a:ext>
            </a:extLst>
          </p:cNvPr>
          <p:cNvSpPr txBox="1"/>
          <p:nvPr/>
        </p:nvSpPr>
        <p:spPr>
          <a:xfrm>
            <a:off x="922029" y="222412"/>
            <a:ext cx="10786533" cy="646331"/>
          </a:xfrm>
          <a:prstGeom prst="rect">
            <a:avLst/>
          </a:prstGeom>
          <a:noFill/>
        </p:spPr>
        <p:txBody>
          <a:bodyPr wrap="square" rtlCol="0">
            <a:spAutoFit/>
          </a:bodyPr>
          <a:lstStyle/>
          <a:p>
            <a:pPr algn="ctr" defTabSz="1219170">
              <a:buClr>
                <a:srgbClr val="000000"/>
              </a:buClr>
            </a:pPr>
            <a:r>
              <a:rPr lang="en-US" sz="3600" kern="0" dirty="0">
                <a:solidFill>
                  <a:srgbClr val="F3F3F3"/>
                </a:solidFill>
                <a:latin typeface="Times New Roman" panose="02020603050405020304" pitchFamily="18" charset="0"/>
                <a:cs typeface="Times New Roman" panose="02020603050405020304" pitchFamily="18" charset="0"/>
                <a:sym typeface="Arial"/>
              </a:rPr>
              <a:t>Weekly work progress-</a:t>
            </a:r>
            <a:r>
              <a:rPr lang="en-US" altLang="en-US" sz="3600" dirty="0">
                <a:solidFill>
                  <a:schemeClr val="tx2"/>
                </a:solidFill>
                <a:latin typeface="Times New Roman" panose="02020603050405020304" pitchFamily="18" charset="0"/>
                <a:cs typeface="Times New Roman" panose="02020603050405020304" pitchFamily="18" charset="0"/>
              </a:rPr>
              <a:t> Deformable Cross Attention</a:t>
            </a:r>
            <a:endParaRPr lang="en-US" sz="3600" kern="0" dirty="0">
              <a:solidFill>
                <a:srgbClr val="F3F3F3"/>
              </a:solidFill>
              <a:latin typeface="Times New Roman" panose="02020603050405020304" pitchFamily="18" charset="0"/>
              <a:cs typeface="Times New Roman" panose="02020603050405020304" pitchFamily="18" charset="0"/>
              <a:sym typeface="Arial"/>
            </a:endParaRPr>
          </a:p>
        </p:txBody>
      </p:sp>
      <p:sp>
        <p:nvSpPr>
          <p:cNvPr id="7" name="Rectangle 1">
            <a:extLst>
              <a:ext uri="{FF2B5EF4-FFF2-40B4-BE49-F238E27FC236}">
                <a16:creationId xmlns:a16="http://schemas.microsoft.com/office/drawing/2014/main" id="{A01CFA14-421C-5572-9F5C-D84ECECC753E}"/>
              </a:ext>
            </a:extLst>
          </p:cNvPr>
          <p:cNvSpPr>
            <a:spLocks noChangeArrowheads="1"/>
          </p:cNvSpPr>
          <p:nvPr/>
        </p:nvSpPr>
        <p:spPr bwMode="auto">
          <a:xfrm>
            <a:off x="1200582" y="5989256"/>
            <a:ext cx="105079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200" dirty="0">
                <a:solidFill>
                  <a:schemeClr val="tx2"/>
                </a:solidFill>
                <a:latin typeface="Times New Roman" panose="02020603050405020304" pitchFamily="18" charset="0"/>
                <a:cs typeface="Times New Roman" panose="02020603050405020304" pitchFamily="18" charset="0"/>
              </a:rPr>
              <a:t>Schematic illustration of deformable cross-attention in </a:t>
            </a:r>
            <a:r>
              <a:rPr lang="en-US" altLang="en-US" sz="1200" dirty="0" err="1">
                <a:solidFill>
                  <a:schemeClr val="tx2"/>
                </a:solidFill>
                <a:latin typeface="Times New Roman" panose="02020603050405020304" pitchFamily="18" charset="0"/>
                <a:cs typeface="Times New Roman" panose="02020603050405020304" pitchFamily="18" charset="0"/>
              </a:rPr>
              <a:t>DynoTrack</a:t>
            </a:r>
            <a:r>
              <a:rPr lang="en-US" altLang="en-US" sz="1200" dirty="0">
                <a:solidFill>
                  <a:schemeClr val="tx2"/>
                </a:solidFill>
                <a:latin typeface="Times New Roman" panose="02020603050405020304" pitchFamily="18" charset="0"/>
                <a:cs typeface="Times New Roman" panose="02020603050405020304" pitchFamily="18" charset="0"/>
              </a:rPr>
              <a:t>. The </a:t>
            </a:r>
            <a:r>
              <a:rPr lang="en-US" altLang="en-US" sz="1200" dirty="0" err="1">
                <a:solidFill>
                  <a:schemeClr val="tx2"/>
                </a:solidFill>
                <a:latin typeface="Times New Roman" panose="02020603050405020304" pitchFamily="18" charset="0"/>
                <a:cs typeface="Times New Roman" panose="02020603050405020304" pitchFamily="18" charset="0"/>
              </a:rPr>
              <a:t>queryfeatures</a:t>
            </a:r>
            <a:r>
              <a:rPr lang="en-US" altLang="en-US" sz="1200" dirty="0">
                <a:solidFill>
                  <a:schemeClr val="tx2"/>
                </a:solidFill>
                <a:latin typeface="Times New Roman" panose="02020603050405020304" pitchFamily="18" charset="0"/>
                <a:cs typeface="Times New Roman" panose="02020603050405020304" pitchFamily="18" charset="0"/>
              </a:rPr>
              <a:t> from the search region attend to dynamically selected, high-relevance locations </a:t>
            </a:r>
            <a:r>
              <a:rPr lang="en-US" altLang="en-US" sz="1200" dirty="0" err="1">
                <a:solidFill>
                  <a:schemeClr val="tx2"/>
                </a:solidFill>
                <a:latin typeface="Times New Roman" panose="02020603050405020304" pitchFamily="18" charset="0"/>
                <a:cs typeface="Times New Roman" panose="02020603050405020304" pitchFamily="18" charset="0"/>
              </a:rPr>
              <a:t>inthe</a:t>
            </a:r>
            <a:r>
              <a:rPr lang="en-US" altLang="en-US" sz="1200" dirty="0">
                <a:solidFill>
                  <a:schemeClr val="tx2"/>
                </a:solidFill>
                <a:latin typeface="Times New Roman" panose="02020603050405020304" pitchFamily="18" charset="0"/>
                <a:cs typeface="Times New Roman" panose="02020603050405020304" pitchFamily="18" charset="0"/>
              </a:rPr>
              <a:t> template or memory-enhanced feature map via predicted offsets and attention weights.</a:t>
            </a:r>
            <a:endParaRPr kumimoji="0" lang="en-US" altLang="en-US" sz="12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7C7B10E-8435-4827-D14A-5BA294B50F56}"/>
              </a:ext>
            </a:extLst>
          </p:cNvPr>
          <p:cNvPicPr>
            <a:picLocks noChangeAspect="1"/>
          </p:cNvPicPr>
          <p:nvPr/>
        </p:nvPicPr>
        <p:blipFill>
          <a:blip r:embed="rId2"/>
          <a:stretch>
            <a:fillRect/>
          </a:stretch>
        </p:blipFill>
        <p:spPr>
          <a:xfrm>
            <a:off x="596819" y="1057913"/>
            <a:ext cx="10999305" cy="4742173"/>
          </a:xfrm>
          <a:prstGeom prst="rect">
            <a:avLst/>
          </a:prstGeom>
        </p:spPr>
      </p:pic>
    </p:spTree>
    <p:extLst>
      <p:ext uri="{BB962C8B-B14F-4D97-AF65-F5344CB8AC3E}">
        <p14:creationId xmlns:p14="http://schemas.microsoft.com/office/powerpoint/2010/main" val="671277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408D1-F918-9B08-3BAC-4272F63F3D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A5C19B-2D3C-FF46-E7A5-9BBF972FC31E}"/>
              </a:ext>
            </a:extLst>
          </p:cNvPr>
          <p:cNvSpPr txBox="1"/>
          <p:nvPr/>
        </p:nvSpPr>
        <p:spPr>
          <a:xfrm>
            <a:off x="922029" y="222412"/>
            <a:ext cx="10786533" cy="646331"/>
          </a:xfrm>
          <a:prstGeom prst="rect">
            <a:avLst/>
          </a:prstGeom>
          <a:noFill/>
        </p:spPr>
        <p:txBody>
          <a:bodyPr wrap="square" rtlCol="0">
            <a:spAutoFit/>
          </a:bodyPr>
          <a:lstStyle/>
          <a:p>
            <a:pPr algn="ctr" defTabSz="1219170">
              <a:buClr>
                <a:srgbClr val="000000"/>
              </a:buClr>
            </a:pPr>
            <a:r>
              <a:rPr lang="en-US" sz="3600" kern="0" dirty="0">
                <a:solidFill>
                  <a:srgbClr val="F3F3F3"/>
                </a:solidFill>
                <a:latin typeface="Times New Roman" panose="02020603050405020304" pitchFamily="18" charset="0"/>
                <a:cs typeface="Times New Roman" panose="02020603050405020304" pitchFamily="18" charset="0"/>
                <a:sym typeface="Arial"/>
              </a:rPr>
              <a:t>Weekly work progress-</a:t>
            </a:r>
            <a:r>
              <a:rPr lang="en-US" altLang="en-US" sz="3600" dirty="0">
                <a:solidFill>
                  <a:schemeClr val="tx2"/>
                </a:solidFill>
                <a:latin typeface="Times New Roman" panose="02020603050405020304" pitchFamily="18" charset="0"/>
                <a:cs typeface="Times New Roman" panose="02020603050405020304" pitchFamily="18" charset="0"/>
              </a:rPr>
              <a:t> Dynamic Memory Bank Module</a:t>
            </a:r>
            <a:endParaRPr lang="en-US" sz="3600" kern="0" dirty="0">
              <a:solidFill>
                <a:srgbClr val="F3F3F3"/>
              </a:solidFill>
              <a:latin typeface="Times New Roman" panose="02020603050405020304" pitchFamily="18" charset="0"/>
              <a:cs typeface="Times New Roman" panose="02020603050405020304" pitchFamily="18" charset="0"/>
              <a:sym typeface="Arial"/>
            </a:endParaRPr>
          </a:p>
        </p:txBody>
      </p:sp>
      <p:sp>
        <p:nvSpPr>
          <p:cNvPr id="7" name="Rectangle 1">
            <a:extLst>
              <a:ext uri="{FF2B5EF4-FFF2-40B4-BE49-F238E27FC236}">
                <a16:creationId xmlns:a16="http://schemas.microsoft.com/office/drawing/2014/main" id="{F58AD744-4432-6744-FB9F-2F8C801E8D95}"/>
              </a:ext>
            </a:extLst>
          </p:cNvPr>
          <p:cNvSpPr>
            <a:spLocks noChangeArrowheads="1"/>
          </p:cNvSpPr>
          <p:nvPr/>
        </p:nvSpPr>
        <p:spPr bwMode="auto">
          <a:xfrm>
            <a:off x="7895438" y="2446034"/>
            <a:ext cx="41121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2"/>
                </a:solidFill>
                <a:effectLst/>
                <a:latin typeface="Arial" panose="020B0604020202020204" pitchFamily="34" charset="0"/>
              </a:rPr>
              <a:t>The figure illustrates the Dynamic Memory Bank Module, where frame embeddings are compared, updated, and fused with stored memory features to enhance robustness against appearance changes during tracking.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2"/>
              </a:solidFill>
              <a:effectLst/>
              <a:latin typeface="Arial" panose="020B0604020202020204" pitchFamily="34" charset="0"/>
            </a:endParaRPr>
          </a:p>
        </p:txBody>
      </p:sp>
      <p:pic>
        <p:nvPicPr>
          <p:cNvPr id="3" name="Picture 2">
            <a:extLst>
              <a:ext uri="{FF2B5EF4-FFF2-40B4-BE49-F238E27FC236}">
                <a16:creationId xmlns:a16="http://schemas.microsoft.com/office/drawing/2014/main" id="{3038128C-1473-2CB2-894C-5F9E92AFAC86}"/>
              </a:ext>
            </a:extLst>
          </p:cNvPr>
          <p:cNvPicPr>
            <a:picLocks noChangeAspect="1"/>
          </p:cNvPicPr>
          <p:nvPr/>
        </p:nvPicPr>
        <p:blipFill>
          <a:blip r:embed="rId2"/>
          <a:stretch>
            <a:fillRect/>
          </a:stretch>
        </p:blipFill>
        <p:spPr>
          <a:xfrm>
            <a:off x="819659" y="1466200"/>
            <a:ext cx="6751574" cy="4504832"/>
          </a:xfrm>
          <a:prstGeom prst="rect">
            <a:avLst/>
          </a:prstGeom>
        </p:spPr>
      </p:pic>
    </p:spTree>
    <p:extLst>
      <p:ext uri="{BB962C8B-B14F-4D97-AF65-F5344CB8AC3E}">
        <p14:creationId xmlns:p14="http://schemas.microsoft.com/office/powerpoint/2010/main" val="1874738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8ED49-CA41-83B2-0D11-9ADD1AEB1F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2C0467-506C-ACF6-730A-E522F8F266CF}"/>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Results</a:t>
            </a:r>
          </a:p>
        </p:txBody>
      </p:sp>
      <p:pic>
        <p:nvPicPr>
          <p:cNvPr id="3" name="Picture 2">
            <a:extLst>
              <a:ext uri="{FF2B5EF4-FFF2-40B4-BE49-F238E27FC236}">
                <a16:creationId xmlns:a16="http://schemas.microsoft.com/office/drawing/2014/main" id="{39D1B8BD-9320-B412-5299-D4CA621B332D}"/>
              </a:ext>
            </a:extLst>
          </p:cNvPr>
          <p:cNvPicPr>
            <a:picLocks noChangeAspect="1"/>
          </p:cNvPicPr>
          <p:nvPr/>
        </p:nvPicPr>
        <p:blipFill>
          <a:blip r:embed="rId2"/>
          <a:stretch>
            <a:fillRect/>
          </a:stretch>
        </p:blipFill>
        <p:spPr>
          <a:xfrm>
            <a:off x="2709925" y="944418"/>
            <a:ext cx="6351780" cy="5721558"/>
          </a:xfrm>
          <a:prstGeom prst="rect">
            <a:avLst/>
          </a:prstGeom>
        </p:spPr>
      </p:pic>
    </p:spTree>
    <p:extLst>
      <p:ext uri="{BB962C8B-B14F-4D97-AF65-F5344CB8AC3E}">
        <p14:creationId xmlns:p14="http://schemas.microsoft.com/office/powerpoint/2010/main" val="3435667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EB2AB-662D-339B-C07A-E1D70804BF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E51DCB-878D-2584-9B45-EDA935B0BEA7}"/>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Results</a:t>
            </a:r>
          </a:p>
        </p:txBody>
      </p:sp>
      <p:pic>
        <p:nvPicPr>
          <p:cNvPr id="3" name="Picture 2">
            <a:extLst>
              <a:ext uri="{FF2B5EF4-FFF2-40B4-BE49-F238E27FC236}">
                <a16:creationId xmlns:a16="http://schemas.microsoft.com/office/drawing/2014/main" id="{BF9726B7-C18F-FF25-5579-F26BC8B7CFB7}"/>
              </a:ext>
            </a:extLst>
          </p:cNvPr>
          <p:cNvPicPr>
            <a:picLocks noChangeAspect="1"/>
          </p:cNvPicPr>
          <p:nvPr/>
        </p:nvPicPr>
        <p:blipFill>
          <a:blip r:embed="rId2"/>
          <a:stretch>
            <a:fillRect/>
          </a:stretch>
        </p:blipFill>
        <p:spPr>
          <a:xfrm>
            <a:off x="685512" y="1137713"/>
            <a:ext cx="9647208" cy="5217367"/>
          </a:xfrm>
          <a:prstGeom prst="rect">
            <a:avLst/>
          </a:prstGeom>
        </p:spPr>
      </p:pic>
    </p:spTree>
    <p:extLst>
      <p:ext uri="{BB962C8B-B14F-4D97-AF65-F5344CB8AC3E}">
        <p14:creationId xmlns:p14="http://schemas.microsoft.com/office/powerpoint/2010/main" val="58444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2DEF-F091-AEFF-E1E9-EF2415E30D4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E9F45C-74E7-59C8-519B-8A0542A5F75D}"/>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Results</a:t>
            </a:r>
          </a:p>
        </p:txBody>
      </p:sp>
      <p:pic>
        <p:nvPicPr>
          <p:cNvPr id="3" name="Picture 2">
            <a:extLst>
              <a:ext uri="{FF2B5EF4-FFF2-40B4-BE49-F238E27FC236}">
                <a16:creationId xmlns:a16="http://schemas.microsoft.com/office/drawing/2014/main" id="{B32F2490-86A5-393A-59DA-2482BD1EF1AB}"/>
              </a:ext>
            </a:extLst>
          </p:cNvPr>
          <p:cNvPicPr>
            <a:picLocks noChangeAspect="1"/>
          </p:cNvPicPr>
          <p:nvPr/>
        </p:nvPicPr>
        <p:blipFill>
          <a:blip r:embed="rId2"/>
          <a:stretch>
            <a:fillRect/>
          </a:stretch>
        </p:blipFill>
        <p:spPr>
          <a:xfrm>
            <a:off x="1587260" y="1225867"/>
            <a:ext cx="9017479" cy="4909757"/>
          </a:xfrm>
          <a:prstGeom prst="rect">
            <a:avLst/>
          </a:prstGeom>
        </p:spPr>
      </p:pic>
    </p:spTree>
    <p:extLst>
      <p:ext uri="{BB962C8B-B14F-4D97-AF65-F5344CB8AC3E}">
        <p14:creationId xmlns:p14="http://schemas.microsoft.com/office/powerpoint/2010/main" val="2655912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F99FC-C3B9-4698-D1C6-F755C651EC1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994E5F-2FBD-C41A-025D-B0361E13A2E6}"/>
              </a:ext>
            </a:extLst>
          </p:cNvPr>
          <p:cNvSpPr txBox="1"/>
          <p:nvPr/>
        </p:nvSpPr>
        <p:spPr>
          <a:xfrm>
            <a:off x="737784" y="101404"/>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a:t>
            </a:r>
          </a:p>
        </p:txBody>
      </p:sp>
      <p:sp>
        <p:nvSpPr>
          <p:cNvPr id="4" name="TextBox 3">
            <a:extLst>
              <a:ext uri="{FF2B5EF4-FFF2-40B4-BE49-F238E27FC236}">
                <a16:creationId xmlns:a16="http://schemas.microsoft.com/office/drawing/2014/main" id="{6A69712B-ED7E-A2EA-F549-F057D1996C84}"/>
              </a:ext>
            </a:extLst>
          </p:cNvPr>
          <p:cNvSpPr txBox="1"/>
          <p:nvPr/>
        </p:nvSpPr>
        <p:spPr>
          <a:xfrm>
            <a:off x="326304" y="846580"/>
            <a:ext cx="4752594" cy="461665"/>
          </a:xfrm>
          <a:prstGeom prst="rect">
            <a:avLst/>
          </a:prstGeom>
          <a:noFill/>
        </p:spPr>
        <p:txBody>
          <a:bodyPr wrap="square">
            <a:spAutoFit/>
          </a:bodyPr>
          <a:lstStyle/>
          <a:p>
            <a:r>
              <a:rPr lang="en-US" sz="2400" dirty="0">
                <a:solidFill>
                  <a:schemeClr val="tx2"/>
                </a:solidFill>
                <a:latin typeface="Times New Roman" panose="02020603050405020304" pitchFamily="18" charset="0"/>
                <a:cs typeface="Times New Roman" panose="02020603050405020304" pitchFamily="18" charset="0"/>
              </a:rPr>
              <a:t>Hybrid CNN-Transformer Backbone</a:t>
            </a:r>
          </a:p>
        </p:txBody>
      </p:sp>
      <p:pic>
        <p:nvPicPr>
          <p:cNvPr id="9" name="Picture 8">
            <a:extLst>
              <a:ext uri="{FF2B5EF4-FFF2-40B4-BE49-F238E27FC236}">
                <a16:creationId xmlns:a16="http://schemas.microsoft.com/office/drawing/2014/main" id="{A394CB4C-6484-4242-9F21-85070419982C}"/>
              </a:ext>
            </a:extLst>
          </p:cNvPr>
          <p:cNvPicPr>
            <a:picLocks noChangeAspect="1"/>
          </p:cNvPicPr>
          <p:nvPr/>
        </p:nvPicPr>
        <p:blipFill>
          <a:blip r:embed="rId2"/>
          <a:stretch>
            <a:fillRect/>
          </a:stretch>
        </p:blipFill>
        <p:spPr>
          <a:xfrm>
            <a:off x="326304" y="1904308"/>
            <a:ext cx="4238233" cy="608094"/>
          </a:xfrm>
          <a:prstGeom prst="rect">
            <a:avLst/>
          </a:prstGeom>
        </p:spPr>
      </p:pic>
      <p:sp>
        <p:nvSpPr>
          <p:cNvPr id="10" name="TextBox 9">
            <a:extLst>
              <a:ext uri="{FF2B5EF4-FFF2-40B4-BE49-F238E27FC236}">
                <a16:creationId xmlns:a16="http://schemas.microsoft.com/office/drawing/2014/main" id="{DACCE656-7EFA-56DF-7FCF-51DE68EC3DE6}"/>
              </a:ext>
            </a:extLst>
          </p:cNvPr>
          <p:cNvSpPr txBox="1"/>
          <p:nvPr/>
        </p:nvSpPr>
        <p:spPr>
          <a:xfrm>
            <a:off x="326304" y="1405017"/>
            <a:ext cx="2018538" cy="369332"/>
          </a:xfrm>
          <a:prstGeom prst="rect">
            <a:avLst/>
          </a:prstGeom>
          <a:noFill/>
        </p:spPr>
        <p:txBody>
          <a:bodyPr wrap="square">
            <a:spAutoFit/>
          </a:bodyPr>
          <a:lstStyle/>
          <a:p>
            <a:r>
              <a:rPr lang="en-US" dirty="0">
                <a:solidFill>
                  <a:schemeClr val="tx2"/>
                </a:solidFill>
                <a:latin typeface="Times New Roman" panose="02020603050405020304" pitchFamily="18" charset="0"/>
                <a:cs typeface="Times New Roman" panose="02020603050405020304" pitchFamily="18" charset="0"/>
              </a:rPr>
              <a:t>Feature Extraction</a:t>
            </a:r>
          </a:p>
        </p:txBody>
      </p:sp>
      <p:sp>
        <p:nvSpPr>
          <p:cNvPr id="12" name="TextBox 11">
            <a:extLst>
              <a:ext uri="{FF2B5EF4-FFF2-40B4-BE49-F238E27FC236}">
                <a16:creationId xmlns:a16="http://schemas.microsoft.com/office/drawing/2014/main" id="{388D1D34-EBC6-2532-20C5-EAC6998E7040}"/>
              </a:ext>
            </a:extLst>
          </p:cNvPr>
          <p:cNvSpPr txBox="1"/>
          <p:nvPr/>
        </p:nvSpPr>
        <p:spPr>
          <a:xfrm>
            <a:off x="326304" y="2621717"/>
            <a:ext cx="2658618" cy="369332"/>
          </a:xfrm>
          <a:prstGeom prst="rect">
            <a:avLst/>
          </a:prstGeom>
          <a:noFill/>
        </p:spPr>
        <p:txBody>
          <a:bodyPr wrap="square">
            <a:spAutoFit/>
          </a:bodyPr>
          <a:lstStyle/>
          <a:p>
            <a:r>
              <a:rPr lang="en-US" dirty="0">
                <a:solidFill>
                  <a:schemeClr val="tx2"/>
                </a:solidFill>
                <a:latin typeface="Times New Roman" panose="02020603050405020304" pitchFamily="18" charset="0"/>
                <a:cs typeface="Times New Roman" panose="02020603050405020304" pitchFamily="18" charset="0"/>
              </a:rPr>
              <a:t>Feature map </a:t>
            </a:r>
            <a:r>
              <a:rPr lang="en-US" dirty="0" err="1">
                <a:solidFill>
                  <a:schemeClr val="tx2"/>
                </a:solidFill>
                <a:latin typeface="Times New Roman" panose="02020603050405020304" pitchFamily="18" charset="0"/>
                <a:cs typeface="Times New Roman" panose="02020603050405020304" pitchFamily="18" charset="0"/>
              </a:rPr>
              <a:t>flatening</a:t>
            </a:r>
            <a:endParaRPr lang="en-US" dirty="0">
              <a:solidFill>
                <a:schemeClr val="tx2"/>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123787C7-4A12-7805-96BD-AEECD3EF7A48}"/>
              </a:ext>
            </a:extLst>
          </p:cNvPr>
          <p:cNvPicPr>
            <a:picLocks noChangeAspect="1"/>
          </p:cNvPicPr>
          <p:nvPr/>
        </p:nvPicPr>
        <p:blipFill>
          <a:blip r:embed="rId3"/>
          <a:stretch>
            <a:fillRect/>
          </a:stretch>
        </p:blipFill>
        <p:spPr>
          <a:xfrm>
            <a:off x="326304" y="3238571"/>
            <a:ext cx="4404076" cy="488318"/>
          </a:xfrm>
          <a:prstGeom prst="rect">
            <a:avLst/>
          </a:prstGeom>
        </p:spPr>
      </p:pic>
      <p:pic>
        <p:nvPicPr>
          <p:cNvPr id="16" name="Picture 15">
            <a:extLst>
              <a:ext uri="{FF2B5EF4-FFF2-40B4-BE49-F238E27FC236}">
                <a16:creationId xmlns:a16="http://schemas.microsoft.com/office/drawing/2014/main" id="{6F9E808D-9939-DA14-735D-F4665427CFD1}"/>
              </a:ext>
            </a:extLst>
          </p:cNvPr>
          <p:cNvPicPr>
            <a:picLocks noChangeAspect="1"/>
          </p:cNvPicPr>
          <p:nvPr/>
        </p:nvPicPr>
        <p:blipFill>
          <a:blip r:embed="rId4"/>
          <a:stretch>
            <a:fillRect/>
          </a:stretch>
        </p:blipFill>
        <p:spPr>
          <a:xfrm>
            <a:off x="326304" y="4214763"/>
            <a:ext cx="6392167" cy="400106"/>
          </a:xfrm>
          <a:prstGeom prst="rect">
            <a:avLst/>
          </a:prstGeom>
        </p:spPr>
      </p:pic>
      <p:sp>
        <p:nvSpPr>
          <p:cNvPr id="19" name="TextBox 18">
            <a:extLst>
              <a:ext uri="{FF2B5EF4-FFF2-40B4-BE49-F238E27FC236}">
                <a16:creationId xmlns:a16="http://schemas.microsoft.com/office/drawing/2014/main" id="{38F3D606-E623-B0CE-C891-393B43B68810}"/>
              </a:ext>
            </a:extLst>
          </p:cNvPr>
          <p:cNvSpPr txBox="1"/>
          <p:nvPr/>
        </p:nvSpPr>
        <p:spPr>
          <a:xfrm>
            <a:off x="326304" y="3786160"/>
            <a:ext cx="2658618" cy="369332"/>
          </a:xfrm>
          <a:prstGeom prst="rect">
            <a:avLst/>
          </a:prstGeom>
          <a:noFill/>
        </p:spPr>
        <p:txBody>
          <a:bodyPr wrap="square">
            <a:spAutoFit/>
          </a:bodyPr>
          <a:lstStyle/>
          <a:p>
            <a:r>
              <a:rPr lang="en-US" dirty="0">
                <a:solidFill>
                  <a:schemeClr val="tx2"/>
                </a:solidFill>
                <a:latin typeface="Times New Roman" panose="02020603050405020304" pitchFamily="18" charset="0"/>
                <a:cs typeface="Times New Roman" panose="02020603050405020304" pitchFamily="18" charset="0"/>
              </a:rPr>
              <a:t>Transformer encoder</a:t>
            </a:r>
          </a:p>
        </p:txBody>
      </p:sp>
      <p:sp>
        <p:nvSpPr>
          <p:cNvPr id="20" name="TextBox 19">
            <a:extLst>
              <a:ext uri="{FF2B5EF4-FFF2-40B4-BE49-F238E27FC236}">
                <a16:creationId xmlns:a16="http://schemas.microsoft.com/office/drawing/2014/main" id="{ACC8B0F2-2B36-0343-5ECC-19027F1C142E}"/>
              </a:ext>
            </a:extLst>
          </p:cNvPr>
          <p:cNvSpPr txBox="1"/>
          <p:nvPr/>
        </p:nvSpPr>
        <p:spPr>
          <a:xfrm>
            <a:off x="6718471" y="878833"/>
            <a:ext cx="4752594" cy="461665"/>
          </a:xfrm>
          <a:prstGeom prst="rect">
            <a:avLst/>
          </a:prstGeom>
          <a:noFill/>
        </p:spPr>
        <p:txBody>
          <a:bodyPr wrap="square">
            <a:spAutoFit/>
          </a:bodyPr>
          <a:lstStyle/>
          <a:p>
            <a:r>
              <a:rPr lang="en-US" sz="2400" dirty="0">
                <a:solidFill>
                  <a:schemeClr val="tx2"/>
                </a:solidFill>
                <a:latin typeface="Times New Roman" panose="02020603050405020304" pitchFamily="18" charset="0"/>
                <a:cs typeface="Times New Roman" panose="02020603050405020304" pitchFamily="18" charset="0"/>
              </a:rPr>
              <a:t>Dynamic Memory Bank </a:t>
            </a:r>
          </a:p>
        </p:txBody>
      </p:sp>
      <p:sp>
        <p:nvSpPr>
          <p:cNvPr id="21" name="TextBox 20">
            <a:extLst>
              <a:ext uri="{FF2B5EF4-FFF2-40B4-BE49-F238E27FC236}">
                <a16:creationId xmlns:a16="http://schemas.microsoft.com/office/drawing/2014/main" id="{D83AB75A-1355-5C86-ACF3-560C3B110502}"/>
              </a:ext>
            </a:extLst>
          </p:cNvPr>
          <p:cNvSpPr txBox="1"/>
          <p:nvPr/>
        </p:nvSpPr>
        <p:spPr>
          <a:xfrm>
            <a:off x="6718471" y="1423718"/>
            <a:ext cx="3313008" cy="369332"/>
          </a:xfrm>
          <a:prstGeom prst="rect">
            <a:avLst/>
          </a:prstGeom>
          <a:noFill/>
        </p:spPr>
        <p:txBody>
          <a:bodyPr wrap="square">
            <a:spAutoFit/>
          </a:bodyPr>
          <a:lstStyle/>
          <a:p>
            <a:r>
              <a:rPr lang="en-US" dirty="0">
                <a:solidFill>
                  <a:schemeClr val="tx2"/>
                </a:solidFill>
                <a:latin typeface="Times New Roman" panose="02020603050405020304" pitchFamily="18" charset="0"/>
                <a:cs typeface="Times New Roman" panose="02020603050405020304" pitchFamily="18" charset="0"/>
              </a:rPr>
              <a:t>Memory Bank </a:t>
            </a:r>
            <a:r>
              <a:rPr lang="en-US" dirty="0" err="1">
                <a:solidFill>
                  <a:schemeClr val="tx2"/>
                </a:solidFill>
                <a:latin typeface="Times New Roman" panose="02020603050405020304" pitchFamily="18" charset="0"/>
                <a:cs typeface="Times New Roman" panose="02020603050405020304" pitchFamily="18" charset="0"/>
              </a:rPr>
              <a:t>Initialisation</a:t>
            </a:r>
            <a:endParaRPr lang="en-US" dirty="0">
              <a:solidFill>
                <a:schemeClr val="tx2"/>
              </a:solidFill>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778F9C59-BA5C-043D-2E5A-A1FE2487BA02}"/>
              </a:ext>
            </a:extLst>
          </p:cNvPr>
          <p:cNvPicPr>
            <a:picLocks noChangeAspect="1"/>
          </p:cNvPicPr>
          <p:nvPr/>
        </p:nvPicPr>
        <p:blipFill>
          <a:blip r:embed="rId5"/>
          <a:stretch>
            <a:fillRect/>
          </a:stretch>
        </p:blipFill>
        <p:spPr>
          <a:xfrm>
            <a:off x="6718471" y="2003539"/>
            <a:ext cx="1981477" cy="409632"/>
          </a:xfrm>
          <a:prstGeom prst="rect">
            <a:avLst/>
          </a:prstGeom>
        </p:spPr>
      </p:pic>
      <p:pic>
        <p:nvPicPr>
          <p:cNvPr id="25" name="Picture 24">
            <a:extLst>
              <a:ext uri="{FF2B5EF4-FFF2-40B4-BE49-F238E27FC236}">
                <a16:creationId xmlns:a16="http://schemas.microsoft.com/office/drawing/2014/main" id="{5E451712-6E86-9FD5-06D5-A8F75CB27BC7}"/>
              </a:ext>
            </a:extLst>
          </p:cNvPr>
          <p:cNvPicPr>
            <a:picLocks noChangeAspect="1"/>
          </p:cNvPicPr>
          <p:nvPr/>
        </p:nvPicPr>
        <p:blipFill>
          <a:blip r:embed="rId6"/>
          <a:stretch>
            <a:fillRect/>
          </a:stretch>
        </p:blipFill>
        <p:spPr>
          <a:xfrm>
            <a:off x="6718471" y="3263624"/>
            <a:ext cx="3600953" cy="438211"/>
          </a:xfrm>
          <a:prstGeom prst="rect">
            <a:avLst/>
          </a:prstGeom>
        </p:spPr>
      </p:pic>
      <p:sp>
        <p:nvSpPr>
          <p:cNvPr id="26" name="TextBox 25">
            <a:extLst>
              <a:ext uri="{FF2B5EF4-FFF2-40B4-BE49-F238E27FC236}">
                <a16:creationId xmlns:a16="http://schemas.microsoft.com/office/drawing/2014/main" id="{9CF33098-D493-1928-B660-FC2725D71882}"/>
              </a:ext>
            </a:extLst>
          </p:cNvPr>
          <p:cNvSpPr txBox="1"/>
          <p:nvPr/>
        </p:nvSpPr>
        <p:spPr>
          <a:xfrm>
            <a:off x="6718471" y="2718965"/>
            <a:ext cx="3313008" cy="369332"/>
          </a:xfrm>
          <a:prstGeom prst="rect">
            <a:avLst/>
          </a:prstGeom>
          <a:noFill/>
        </p:spPr>
        <p:txBody>
          <a:bodyPr wrap="square">
            <a:spAutoFit/>
          </a:bodyPr>
          <a:lstStyle/>
          <a:p>
            <a:r>
              <a:rPr lang="en-US" dirty="0">
                <a:solidFill>
                  <a:schemeClr val="tx2"/>
                </a:solidFill>
                <a:latin typeface="Times New Roman" panose="02020603050405020304" pitchFamily="18" charset="0"/>
                <a:cs typeface="Times New Roman" panose="02020603050405020304" pitchFamily="18" charset="0"/>
              </a:rPr>
              <a:t>Memory update after threshold</a:t>
            </a:r>
          </a:p>
        </p:txBody>
      </p:sp>
      <p:sp>
        <p:nvSpPr>
          <p:cNvPr id="27" name="TextBox 26">
            <a:extLst>
              <a:ext uri="{FF2B5EF4-FFF2-40B4-BE49-F238E27FC236}">
                <a16:creationId xmlns:a16="http://schemas.microsoft.com/office/drawing/2014/main" id="{3A8AA215-126A-9DC6-669B-E6F08DA41BD6}"/>
              </a:ext>
            </a:extLst>
          </p:cNvPr>
          <p:cNvSpPr txBox="1"/>
          <p:nvPr/>
        </p:nvSpPr>
        <p:spPr>
          <a:xfrm>
            <a:off x="6718471" y="3749765"/>
            <a:ext cx="4752594" cy="461665"/>
          </a:xfrm>
          <a:prstGeom prst="rect">
            <a:avLst/>
          </a:prstGeom>
          <a:noFill/>
        </p:spPr>
        <p:txBody>
          <a:bodyPr wrap="square">
            <a:spAutoFit/>
          </a:bodyPr>
          <a:lstStyle/>
          <a:p>
            <a:r>
              <a:rPr lang="en-US" sz="2400" dirty="0">
                <a:solidFill>
                  <a:schemeClr val="tx2"/>
                </a:solidFill>
                <a:latin typeface="Times New Roman" panose="02020603050405020304" pitchFamily="18" charset="0"/>
                <a:cs typeface="Times New Roman" panose="02020603050405020304" pitchFamily="18" charset="0"/>
              </a:rPr>
              <a:t>Deformable attention</a:t>
            </a:r>
          </a:p>
        </p:txBody>
      </p:sp>
      <p:pic>
        <p:nvPicPr>
          <p:cNvPr id="29" name="Picture 28">
            <a:extLst>
              <a:ext uri="{FF2B5EF4-FFF2-40B4-BE49-F238E27FC236}">
                <a16:creationId xmlns:a16="http://schemas.microsoft.com/office/drawing/2014/main" id="{C32CC300-84EF-5697-259F-1002DDE00C59}"/>
              </a:ext>
            </a:extLst>
          </p:cNvPr>
          <p:cNvPicPr>
            <a:picLocks noChangeAspect="1"/>
          </p:cNvPicPr>
          <p:nvPr/>
        </p:nvPicPr>
        <p:blipFill>
          <a:blip r:embed="rId7"/>
          <a:stretch>
            <a:fillRect/>
          </a:stretch>
        </p:blipFill>
        <p:spPr>
          <a:xfrm>
            <a:off x="6718471" y="4414816"/>
            <a:ext cx="3677163" cy="704948"/>
          </a:xfrm>
          <a:prstGeom prst="rect">
            <a:avLst/>
          </a:prstGeom>
        </p:spPr>
      </p:pic>
      <p:sp>
        <p:nvSpPr>
          <p:cNvPr id="30" name="TextBox 29">
            <a:extLst>
              <a:ext uri="{FF2B5EF4-FFF2-40B4-BE49-F238E27FC236}">
                <a16:creationId xmlns:a16="http://schemas.microsoft.com/office/drawing/2014/main" id="{E7C01F9B-647C-6FA8-969B-9CABA6BAEE8B}"/>
              </a:ext>
            </a:extLst>
          </p:cNvPr>
          <p:cNvSpPr txBox="1"/>
          <p:nvPr/>
        </p:nvSpPr>
        <p:spPr>
          <a:xfrm>
            <a:off x="490896" y="4820293"/>
            <a:ext cx="4752594" cy="461665"/>
          </a:xfrm>
          <a:prstGeom prst="rect">
            <a:avLst/>
          </a:prstGeom>
          <a:noFill/>
        </p:spPr>
        <p:txBody>
          <a:bodyPr wrap="square">
            <a:spAutoFit/>
          </a:bodyPr>
          <a:lstStyle/>
          <a:p>
            <a:r>
              <a:rPr lang="en-US" sz="2400" dirty="0">
                <a:solidFill>
                  <a:schemeClr val="tx2"/>
                </a:solidFill>
                <a:latin typeface="Times New Roman" panose="02020603050405020304" pitchFamily="18" charset="0"/>
                <a:cs typeface="Times New Roman" panose="02020603050405020304" pitchFamily="18" charset="0"/>
              </a:rPr>
              <a:t>Losses</a:t>
            </a:r>
          </a:p>
        </p:txBody>
      </p:sp>
      <p:pic>
        <p:nvPicPr>
          <p:cNvPr id="32" name="Picture 31">
            <a:extLst>
              <a:ext uri="{FF2B5EF4-FFF2-40B4-BE49-F238E27FC236}">
                <a16:creationId xmlns:a16="http://schemas.microsoft.com/office/drawing/2014/main" id="{DFF3FAAF-ED86-C3A5-C5D2-4B6F31BE47C4}"/>
              </a:ext>
            </a:extLst>
          </p:cNvPr>
          <p:cNvPicPr>
            <a:picLocks noChangeAspect="1"/>
          </p:cNvPicPr>
          <p:nvPr/>
        </p:nvPicPr>
        <p:blipFill>
          <a:blip r:embed="rId8"/>
          <a:stretch>
            <a:fillRect/>
          </a:stretch>
        </p:blipFill>
        <p:spPr>
          <a:xfrm>
            <a:off x="454387" y="5380981"/>
            <a:ext cx="2248214" cy="428685"/>
          </a:xfrm>
          <a:prstGeom prst="rect">
            <a:avLst/>
          </a:prstGeom>
        </p:spPr>
      </p:pic>
      <p:pic>
        <p:nvPicPr>
          <p:cNvPr id="34" name="Picture 33">
            <a:extLst>
              <a:ext uri="{FF2B5EF4-FFF2-40B4-BE49-F238E27FC236}">
                <a16:creationId xmlns:a16="http://schemas.microsoft.com/office/drawing/2014/main" id="{AB983E6F-E3A9-7B2C-F621-14366050DF9C}"/>
              </a:ext>
            </a:extLst>
          </p:cNvPr>
          <p:cNvPicPr>
            <a:picLocks noChangeAspect="1"/>
          </p:cNvPicPr>
          <p:nvPr/>
        </p:nvPicPr>
        <p:blipFill>
          <a:blip r:embed="rId9"/>
          <a:stretch>
            <a:fillRect/>
          </a:stretch>
        </p:blipFill>
        <p:spPr>
          <a:xfrm>
            <a:off x="2867193" y="5319689"/>
            <a:ext cx="4906060" cy="733527"/>
          </a:xfrm>
          <a:prstGeom prst="rect">
            <a:avLst/>
          </a:prstGeom>
        </p:spPr>
      </p:pic>
      <p:pic>
        <p:nvPicPr>
          <p:cNvPr id="36" name="Picture 35">
            <a:extLst>
              <a:ext uri="{FF2B5EF4-FFF2-40B4-BE49-F238E27FC236}">
                <a16:creationId xmlns:a16="http://schemas.microsoft.com/office/drawing/2014/main" id="{CFD67696-47B4-95FF-D7DD-A4DEB6CE902D}"/>
              </a:ext>
            </a:extLst>
          </p:cNvPr>
          <p:cNvPicPr>
            <a:picLocks noChangeAspect="1"/>
          </p:cNvPicPr>
          <p:nvPr/>
        </p:nvPicPr>
        <p:blipFill>
          <a:blip r:embed="rId10"/>
          <a:stretch>
            <a:fillRect/>
          </a:stretch>
        </p:blipFill>
        <p:spPr>
          <a:xfrm>
            <a:off x="8099266" y="5333349"/>
            <a:ext cx="1991003" cy="523948"/>
          </a:xfrm>
          <a:prstGeom prst="rect">
            <a:avLst/>
          </a:prstGeom>
        </p:spPr>
      </p:pic>
      <p:pic>
        <p:nvPicPr>
          <p:cNvPr id="38" name="Picture 37">
            <a:extLst>
              <a:ext uri="{FF2B5EF4-FFF2-40B4-BE49-F238E27FC236}">
                <a16:creationId xmlns:a16="http://schemas.microsoft.com/office/drawing/2014/main" id="{606CCB26-B2C7-338F-5EAC-3B48AEB3C60A}"/>
              </a:ext>
            </a:extLst>
          </p:cNvPr>
          <p:cNvPicPr>
            <a:picLocks noChangeAspect="1"/>
          </p:cNvPicPr>
          <p:nvPr/>
        </p:nvPicPr>
        <p:blipFill>
          <a:blip r:embed="rId11"/>
          <a:stretch>
            <a:fillRect/>
          </a:stretch>
        </p:blipFill>
        <p:spPr>
          <a:xfrm>
            <a:off x="1931980" y="6282952"/>
            <a:ext cx="3743847" cy="438211"/>
          </a:xfrm>
          <a:prstGeom prst="rect">
            <a:avLst/>
          </a:prstGeom>
        </p:spPr>
      </p:pic>
      <p:sp>
        <p:nvSpPr>
          <p:cNvPr id="39" name="TextBox 38">
            <a:extLst>
              <a:ext uri="{FF2B5EF4-FFF2-40B4-BE49-F238E27FC236}">
                <a16:creationId xmlns:a16="http://schemas.microsoft.com/office/drawing/2014/main" id="{AE9FBD23-599D-DE93-EE5B-3A8DF4959792}"/>
              </a:ext>
            </a:extLst>
          </p:cNvPr>
          <p:cNvSpPr txBox="1"/>
          <p:nvPr/>
        </p:nvSpPr>
        <p:spPr>
          <a:xfrm>
            <a:off x="490896" y="6282952"/>
            <a:ext cx="3313008" cy="369332"/>
          </a:xfrm>
          <a:prstGeom prst="rect">
            <a:avLst/>
          </a:prstGeom>
          <a:noFill/>
        </p:spPr>
        <p:txBody>
          <a:bodyPr wrap="square">
            <a:spAutoFit/>
          </a:bodyPr>
          <a:lstStyle/>
          <a:p>
            <a:r>
              <a:rPr lang="en-US" dirty="0">
                <a:solidFill>
                  <a:schemeClr val="tx2"/>
                </a:solidFill>
                <a:latin typeface="Times New Roman" panose="02020603050405020304" pitchFamily="18" charset="0"/>
                <a:cs typeface="Times New Roman" panose="02020603050405020304" pitchFamily="18" charset="0"/>
              </a:rPr>
              <a:t>Overall loss</a:t>
            </a:r>
          </a:p>
        </p:txBody>
      </p:sp>
    </p:spTree>
    <p:extLst>
      <p:ext uri="{BB962C8B-B14F-4D97-AF65-F5344CB8AC3E}">
        <p14:creationId xmlns:p14="http://schemas.microsoft.com/office/powerpoint/2010/main" val="4031588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F574-C9F1-6D00-3820-BD6AD0A0C0B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5EA505-7EF5-D6D2-48D3-24523B1AB225}"/>
              </a:ext>
            </a:extLst>
          </p:cNvPr>
          <p:cNvSpPr txBox="1"/>
          <p:nvPr/>
        </p:nvSpPr>
        <p:spPr>
          <a:xfrm>
            <a:off x="593005" y="64737"/>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 – proposed approach </a:t>
            </a:r>
          </a:p>
        </p:txBody>
      </p:sp>
      <p:sp>
        <p:nvSpPr>
          <p:cNvPr id="4" name="TextBox 3">
            <a:extLst>
              <a:ext uri="{FF2B5EF4-FFF2-40B4-BE49-F238E27FC236}">
                <a16:creationId xmlns:a16="http://schemas.microsoft.com/office/drawing/2014/main" id="{41B4F756-BE04-CE02-C997-57C7EEA845C8}"/>
              </a:ext>
            </a:extLst>
          </p:cNvPr>
          <p:cNvSpPr txBox="1"/>
          <p:nvPr/>
        </p:nvSpPr>
        <p:spPr>
          <a:xfrm>
            <a:off x="442805" y="978316"/>
            <a:ext cx="11086931" cy="5078313"/>
          </a:xfrm>
          <a:prstGeom prst="rect">
            <a:avLst/>
          </a:prstGeom>
          <a:noFill/>
        </p:spPr>
        <p:txBody>
          <a:bodyPr wrap="square">
            <a:spAutoFit/>
          </a:bodyPr>
          <a:lstStyle/>
          <a:p>
            <a:pPr>
              <a:buNone/>
            </a:pPr>
            <a:r>
              <a:rPr lang="en-US" b="1" dirty="0">
                <a:solidFill>
                  <a:schemeClr val="tx2"/>
                </a:solidFill>
                <a:latin typeface="Times New Roman" panose="02020603050405020304" pitchFamily="18" charset="0"/>
                <a:cs typeface="Times New Roman" panose="02020603050405020304" pitchFamily="18" charset="0"/>
              </a:rPr>
              <a:t>Key Components:</a:t>
            </a:r>
            <a:endParaRPr lang="en-US" dirty="0">
              <a:solidFill>
                <a:schemeClr val="tx2"/>
              </a:solidFill>
              <a:latin typeface="Times New Roman" panose="02020603050405020304" pitchFamily="18" charset="0"/>
              <a:cs typeface="Times New Roman" panose="02020603050405020304" pitchFamily="18" charset="0"/>
            </a:endParaRPr>
          </a:p>
          <a:p>
            <a:pPr>
              <a:buFont typeface="+mj-lt"/>
              <a:buAutoNum type="arabicPeriod"/>
            </a:pPr>
            <a:r>
              <a:rPr lang="en-US" b="1" dirty="0">
                <a:solidFill>
                  <a:schemeClr val="tx2"/>
                </a:solidFill>
                <a:latin typeface="Times New Roman" panose="02020603050405020304" pitchFamily="18" charset="0"/>
                <a:cs typeface="Times New Roman" panose="02020603050405020304" pitchFamily="18" charset="0"/>
              </a:rPr>
              <a:t>Hybrid CNN-</a:t>
            </a:r>
            <a:r>
              <a:rPr lang="en-US" b="1" dirty="0" err="1">
                <a:solidFill>
                  <a:schemeClr val="tx2"/>
                </a:solidFill>
                <a:latin typeface="Times New Roman" panose="02020603050405020304" pitchFamily="18" charset="0"/>
                <a:cs typeface="Times New Roman" panose="02020603050405020304" pitchFamily="18" charset="0"/>
              </a:rPr>
              <a:t>ViT</a:t>
            </a:r>
            <a:r>
              <a:rPr lang="en-US" b="1" dirty="0">
                <a:solidFill>
                  <a:schemeClr val="tx2"/>
                </a:solidFill>
                <a:latin typeface="Times New Roman" panose="02020603050405020304" pitchFamily="18" charset="0"/>
                <a:cs typeface="Times New Roman" panose="02020603050405020304" pitchFamily="18" charset="0"/>
              </a:rPr>
              <a:t> Backbone:</a:t>
            </a:r>
            <a:br>
              <a:rPr lang="en-US" dirty="0">
                <a:solidFill>
                  <a:schemeClr val="tx2"/>
                </a:solidFill>
                <a:latin typeface="Times New Roman" panose="02020603050405020304" pitchFamily="18" charset="0"/>
                <a:cs typeface="Times New Roman" panose="02020603050405020304" pitchFamily="18" charset="0"/>
              </a:rPr>
            </a:br>
            <a:r>
              <a:rPr lang="en-US" dirty="0" err="1">
                <a:solidFill>
                  <a:schemeClr val="tx2"/>
                </a:solidFill>
                <a:latin typeface="Times New Roman" panose="02020603050405020304" pitchFamily="18" charset="0"/>
                <a:cs typeface="Times New Roman" panose="02020603050405020304" pitchFamily="18" charset="0"/>
              </a:rPr>
              <a:t>DynaTrack</a:t>
            </a:r>
            <a:r>
              <a:rPr lang="en-US" dirty="0">
                <a:solidFill>
                  <a:schemeClr val="tx2"/>
                </a:solidFill>
                <a:latin typeface="Times New Roman" panose="02020603050405020304" pitchFamily="18" charset="0"/>
                <a:cs typeface="Times New Roman" panose="02020603050405020304" pitchFamily="18" charset="0"/>
              </a:rPr>
              <a:t> utilizes a hybrid backbone combining convolutional neural networks (CNNs) and Vision Transformers (</a:t>
            </a:r>
            <a:r>
              <a:rPr lang="en-US" dirty="0" err="1">
                <a:solidFill>
                  <a:schemeClr val="tx2"/>
                </a:solidFill>
                <a:latin typeface="Times New Roman" panose="02020603050405020304" pitchFamily="18" charset="0"/>
                <a:cs typeface="Times New Roman" panose="02020603050405020304" pitchFamily="18" charset="0"/>
              </a:rPr>
              <a:t>ViT</a:t>
            </a:r>
            <a:r>
              <a:rPr lang="en-US" dirty="0">
                <a:solidFill>
                  <a:schemeClr val="tx2"/>
                </a:solidFill>
                <a:latin typeface="Times New Roman" panose="02020603050405020304" pitchFamily="18" charset="0"/>
                <a:cs typeface="Times New Roman" panose="02020603050405020304" pitchFamily="18" charset="0"/>
              </a:rPr>
              <a:t>) to extract rich multi-scale spatial and contextual features from both the initial template frame and subsequent search frames. This fusion improves the model's ability to represent complex target appearance and background context.</a:t>
            </a:r>
          </a:p>
          <a:p>
            <a:pPr>
              <a:buFont typeface="+mj-lt"/>
              <a:buAutoNum type="arabicPeriod"/>
            </a:pPr>
            <a:r>
              <a:rPr lang="en-US" b="1" dirty="0">
                <a:solidFill>
                  <a:schemeClr val="tx2"/>
                </a:solidFill>
                <a:latin typeface="Times New Roman" panose="02020603050405020304" pitchFamily="18" charset="0"/>
                <a:cs typeface="Times New Roman" panose="02020603050405020304" pitchFamily="18" charset="0"/>
              </a:rPr>
              <a:t>Dynamic Memory Bank:</a:t>
            </a:r>
            <a:br>
              <a:rPr lang="en-US" dirty="0">
                <a:solidFill>
                  <a:schemeClr val="tx2"/>
                </a:solidFill>
                <a:latin typeface="Times New Roman" panose="02020603050405020304" pitchFamily="18" charset="0"/>
                <a:cs typeface="Times New Roman" panose="02020603050405020304" pitchFamily="18" charset="0"/>
              </a:rPr>
            </a:br>
            <a:r>
              <a:rPr lang="en-US" dirty="0">
                <a:solidFill>
                  <a:schemeClr val="tx2"/>
                </a:solidFill>
                <a:latin typeface="Times New Roman" panose="02020603050405020304" pitchFamily="18" charset="0"/>
                <a:cs typeface="Times New Roman" panose="02020603050405020304" pitchFamily="18" charset="0"/>
              </a:rPr>
              <a:t>Unlike traditional Siamese trackers that rely only on a fixed template, </a:t>
            </a:r>
            <a:r>
              <a:rPr lang="en-US" dirty="0" err="1">
                <a:solidFill>
                  <a:schemeClr val="tx2"/>
                </a:solidFill>
                <a:latin typeface="Times New Roman" panose="02020603050405020304" pitchFamily="18" charset="0"/>
                <a:cs typeface="Times New Roman" panose="02020603050405020304" pitchFamily="18" charset="0"/>
              </a:rPr>
              <a:t>DynaTrack</a:t>
            </a:r>
            <a:r>
              <a:rPr lang="en-US" dirty="0">
                <a:solidFill>
                  <a:schemeClr val="tx2"/>
                </a:solidFill>
                <a:latin typeface="Times New Roman" panose="02020603050405020304" pitchFamily="18" charset="0"/>
                <a:cs typeface="Times New Roman" panose="02020603050405020304" pitchFamily="18" charset="0"/>
              </a:rPr>
              <a:t> maintains a dynamic memory bank that stores multiple past feature embeddings of the target. This allows the tracker to adaptively reference diverse historical appearances, enhancing robustness to occlusion, deformation, and viewpoint changes.</a:t>
            </a:r>
          </a:p>
          <a:p>
            <a:pPr>
              <a:buFont typeface="+mj-lt"/>
              <a:buAutoNum type="arabicPeriod"/>
            </a:pPr>
            <a:r>
              <a:rPr lang="en-US" b="1" dirty="0">
                <a:solidFill>
                  <a:schemeClr val="tx2"/>
                </a:solidFill>
                <a:latin typeface="Times New Roman" panose="02020603050405020304" pitchFamily="18" charset="0"/>
                <a:cs typeface="Times New Roman" panose="02020603050405020304" pitchFamily="18" charset="0"/>
              </a:rPr>
              <a:t>Deformable Cross-Attention Module:</a:t>
            </a:r>
            <a:br>
              <a:rPr lang="en-US" dirty="0">
                <a:solidFill>
                  <a:schemeClr val="tx2"/>
                </a:solidFill>
                <a:latin typeface="Times New Roman" panose="02020603050405020304" pitchFamily="18" charset="0"/>
                <a:cs typeface="Times New Roman" panose="02020603050405020304" pitchFamily="18" charset="0"/>
              </a:rPr>
            </a:br>
            <a:r>
              <a:rPr lang="en-US" dirty="0">
                <a:solidFill>
                  <a:schemeClr val="tx2"/>
                </a:solidFill>
                <a:latin typeface="Times New Roman" panose="02020603050405020304" pitchFamily="18" charset="0"/>
                <a:cs typeface="Times New Roman" panose="02020603050405020304" pitchFamily="18" charset="0"/>
              </a:rPr>
              <a:t>The transformer-based cross-attention module fuses features from the template memory bank and the search region, dynamically attending to spatially relevant regions. The deformable attention mechanism efficiently focuses on key locations, improving tracking precision without excessive computational cost.</a:t>
            </a:r>
          </a:p>
          <a:p>
            <a:pPr>
              <a:buFont typeface="+mj-lt"/>
              <a:buAutoNum type="arabicPeriod"/>
            </a:pPr>
            <a:r>
              <a:rPr lang="en-US" b="1" dirty="0">
                <a:solidFill>
                  <a:schemeClr val="tx2"/>
                </a:solidFill>
                <a:latin typeface="Times New Roman" panose="02020603050405020304" pitchFamily="18" charset="0"/>
                <a:cs typeface="Times New Roman" panose="02020603050405020304" pitchFamily="18" charset="0"/>
              </a:rPr>
              <a:t>Unified Prediction Head:</a:t>
            </a:r>
            <a:br>
              <a:rPr lang="en-US" dirty="0">
                <a:solidFill>
                  <a:schemeClr val="tx2"/>
                </a:solidFill>
                <a:latin typeface="Times New Roman" panose="02020603050405020304" pitchFamily="18" charset="0"/>
                <a:cs typeface="Times New Roman" panose="02020603050405020304" pitchFamily="18" charset="0"/>
              </a:rPr>
            </a:br>
            <a:r>
              <a:rPr lang="en-US" dirty="0">
                <a:solidFill>
                  <a:schemeClr val="tx2"/>
                </a:solidFill>
                <a:latin typeface="Times New Roman" panose="02020603050405020304" pitchFamily="18" charset="0"/>
                <a:cs typeface="Times New Roman" panose="02020603050405020304" pitchFamily="18" charset="0"/>
              </a:rPr>
              <a:t>The model outputs bounding box coordinates, occlusion confidence, and tracking confidence scores via a unified prediction head. This joint modeling facilitates simultaneous localization and quality estimation, which helps suppress false positives and improves the reliability of the tracker.</a:t>
            </a:r>
          </a:p>
        </p:txBody>
      </p:sp>
    </p:spTree>
    <p:extLst>
      <p:ext uri="{BB962C8B-B14F-4D97-AF65-F5344CB8AC3E}">
        <p14:creationId xmlns:p14="http://schemas.microsoft.com/office/powerpoint/2010/main" val="1509198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0552F-23CA-7982-69C1-7DB987BCD2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9EF4B3-1C40-F6B5-04BF-D70796570675}"/>
              </a:ext>
            </a:extLst>
          </p:cNvPr>
          <p:cNvSpPr txBox="1"/>
          <p:nvPr/>
        </p:nvSpPr>
        <p:spPr>
          <a:xfrm>
            <a:off x="593005" y="64737"/>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progress-coding part</a:t>
            </a:r>
          </a:p>
        </p:txBody>
      </p:sp>
      <p:pic>
        <p:nvPicPr>
          <p:cNvPr id="3" name="Picture 2">
            <a:extLst>
              <a:ext uri="{FF2B5EF4-FFF2-40B4-BE49-F238E27FC236}">
                <a16:creationId xmlns:a16="http://schemas.microsoft.com/office/drawing/2014/main" id="{E54BF416-5080-507D-6279-90E6B86155B5}"/>
              </a:ext>
            </a:extLst>
          </p:cNvPr>
          <p:cNvPicPr>
            <a:picLocks noChangeAspect="1"/>
          </p:cNvPicPr>
          <p:nvPr/>
        </p:nvPicPr>
        <p:blipFill>
          <a:blip r:embed="rId2"/>
          <a:stretch>
            <a:fillRect/>
          </a:stretch>
        </p:blipFill>
        <p:spPr>
          <a:xfrm>
            <a:off x="282535" y="1380744"/>
            <a:ext cx="6053907" cy="5138928"/>
          </a:xfrm>
          <a:prstGeom prst="rect">
            <a:avLst/>
          </a:prstGeom>
        </p:spPr>
      </p:pic>
      <p:pic>
        <p:nvPicPr>
          <p:cNvPr id="7" name="Picture 6">
            <a:extLst>
              <a:ext uri="{FF2B5EF4-FFF2-40B4-BE49-F238E27FC236}">
                <a16:creationId xmlns:a16="http://schemas.microsoft.com/office/drawing/2014/main" id="{3E9B3558-1D7B-9B6C-CB7A-00A3CF5AF161}"/>
              </a:ext>
            </a:extLst>
          </p:cNvPr>
          <p:cNvPicPr>
            <a:picLocks noChangeAspect="1"/>
          </p:cNvPicPr>
          <p:nvPr/>
        </p:nvPicPr>
        <p:blipFill>
          <a:blip r:embed="rId3"/>
          <a:stretch>
            <a:fillRect/>
          </a:stretch>
        </p:blipFill>
        <p:spPr>
          <a:xfrm>
            <a:off x="6450998" y="1280160"/>
            <a:ext cx="5216746" cy="5493743"/>
          </a:xfrm>
          <a:prstGeom prst="rect">
            <a:avLst/>
          </a:prstGeom>
        </p:spPr>
      </p:pic>
      <p:sp>
        <p:nvSpPr>
          <p:cNvPr id="8" name="TextBox 7">
            <a:extLst>
              <a:ext uri="{FF2B5EF4-FFF2-40B4-BE49-F238E27FC236}">
                <a16:creationId xmlns:a16="http://schemas.microsoft.com/office/drawing/2014/main" id="{2DAE73FA-B79E-9051-81C3-E3818914E680}"/>
              </a:ext>
            </a:extLst>
          </p:cNvPr>
          <p:cNvSpPr txBox="1"/>
          <p:nvPr/>
        </p:nvSpPr>
        <p:spPr>
          <a:xfrm>
            <a:off x="886968" y="947313"/>
            <a:ext cx="3986784" cy="369332"/>
          </a:xfrm>
          <a:prstGeom prst="rect">
            <a:avLst/>
          </a:prstGeom>
          <a:noFill/>
        </p:spPr>
        <p:txBody>
          <a:bodyPr wrap="square" rtlCol="0">
            <a:spAutoFit/>
          </a:bodyPr>
          <a:lstStyle/>
          <a:p>
            <a:pPr algn="ctr"/>
            <a:r>
              <a:rPr lang="en-US" dirty="0">
                <a:solidFill>
                  <a:schemeClr val="tx2"/>
                </a:solidFill>
                <a:latin typeface="Times New Roman" panose="02020603050405020304" pitchFamily="18" charset="0"/>
                <a:cs typeface="Times New Roman" panose="02020603050405020304" pitchFamily="18" charset="0"/>
              </a:rPr>
              <a:t>Hybrid backbone</a:t>
            </a:r>
          </a:p>
        </p:txBody>
      </p:sp>
      <p:sp>
        <p:nvSpPr>
          <p:cNvPr id="9" name="TextBox 8">
            <a:extLst>
              <a:ext uri="{FF2B5EF4-FFF2-40B4-BE49-F238E27FC236}">
                <a16:creationId xmlns:a16="http://schemas.microsoft.com/office/drawing/2014/main" id="{CFA08112-3CBF-51D3-2B32-DF9F87DAE584}"/>
              </a:ext>
            </a:extLst>
          </p:cNvPr>
          <p:cNvSpPr txBox="1"/>
          <p:nvPr/>
        </p:nvSpPr>
        <p:spPr>
          <a:xfrm>
            <a:off x="6581347" y="862276"/>
            <a:ext cx="4956048" cy="369332"/>
          </a:xfrm>
          <a:prstGeom prst="rect">
            <a:avLst/>
          </a:prstGeom>
          <a:noFill/>
        </p:spPr>
        <p:txBody>
          <a:bodyPr wrap="square" rtlCol="0">
            <a:spAutoFit/>
          </a:bodyPr>
          <a:lstStyle/>
          <a:p>
            <a:pPr algn="ctr"/>
            <a:r>
              <a:rPr lang="en-US" dirty="0">
                <a:solidFill>
                  <a:schemeClr val="tx2"/>
                </a:solidFill>
                <a:latin typeface="Times New Roman" panose="02020603050405020304" pitchFamily="18" charset="0"/>
                <a:cs typeface="Times New Roman" panose="02020603050405020304" pitchFamily="18" charset="0"/>
              </a:rPr>
              <a:t>Dynamic memory &amp; deformable cross attention</a:t>
            </a:r>
          </a:p>
        </p:txBody>
      </p:sp>
    </p:spTree>
    <p:extLst>
      <p:ext uri="{BB962C8B-B14F-4D97-AF65-F5344CB8AC3E}">
        <p14:creationId xmlns:p14="http://schemas.microsoft.com/office/powerpoint/2010/main" val="532818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C5F8D-B22E-05EC-D1C7-1393BED726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079FA84-663A-44BE-7E1B-9D8F49458F06}"/>
              </a:ext>
            </a:extLst>
          </p:cNvPr>
          <p:cNvSpPr txBox="1"/>
          <p:nvPr/>
        </p:nvSpPr>
        <p:spPr>
          <a:xfrm>
            <a:off x="611293" y="128836"/>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progress-literature review</a:t>
            </a:r>
          </a:p>
        </p:txBody>
      </p:sp>
      <p:pic>
        <p:nvPicPr>
          <p:cNvPr id="3" name="Picture 2">
            <a:extLst>
              <a:ext uri="{FF2B5EF4-FFF2-40B4-BE49-F238E27FC236}">
                <a16:creationId xmlns:a16="http://schemas.microsoft.com/office/drawing/2014/main" id="{06126711-FF2B-F686-4C8F-4640254D985E}"/>
              </a:ext>
            </a:extLst>
          </p:cNvPr>
          <p:cNvPicPr>
            <a:picLocks noChangeAspect="1"/>
          </p:cNvPicPr>
          <p:nvPr/>
        </p:nvPicPr>
        <p:blipFill>
          <a:blip r:embed="rId2"/>
          <a:stretch>
            <a:fillRect/>
          </a:stretch>
        </p:blipFill>
        <p:spPr>
          <a:xfrm>
            <a:off x="476437" y="1156716"/>
            <a:ext cx="3802187" cy="4924044"/>
          </a:xfrm>
          <a:prstGeom prst="rect">
            <a:avLst/>
          </a:prstGeom>
        </p:spPr>
      </p:pic>
      <p:pic>
        <p:nvPicPr>
          <p:cNvPr id="6" name="Picture 5">
            <a:extLst>
              <a:ext uri="{FF2B5EF4-FFF2-40B4-BE49-F238E27FC236}">
                <a16:creationId xmlns:a16="http://schemas.microsoft.com/office/drawing/2014/main" id="{3BFCBEDA-3283-8A0B-F1A1-E4EE1427ECC4}"/>
              </a:ext>
            </a:extLst>
          </p:cNvPr>
          <p:cNvPicPr>
            <a:picLocks noChangeAspect="1"/>
          </p:cNvPicPr>
          <p:nvPr/>
        </p:nvPicPr>
        <p:blipFill>
          <a:blip r:embed="rId3"/>
          <a:stretch>
            <a:fillRect/>
          </a:stretch>
        </p:blipFill>
        <p:spPr>
          <a:xfrm>
            <a:off x="4371781" y="1156716"/>
            <a:ext cx="3802187" cy="4924044"/>
          </a:xfrm>
          <a:prstGeom prst="rect">
            <a:avLst/>
          </a:prstGeom>
        </p:spPr>
      </p:pic>
      <p:pic>
        <p:nvPicPr>
          <p:cNvPr id="8" name="Picture 7">
            <a:extLst>
              <a:ext uri="{FF2B5EF4-FFF2-40B4-BE49-F238E27FC236}">
                <a16:creationId xmlns:a16="http://schemas.microsoft.com/office/drawing/2014/main" id="{A1620CA9-28E5-482F-8C3D-7FDC3541B358}"/>
              </a:ext>
            </a:extLst>
          </p:cNvPr>
          <p:cNvPicPr>
            <a:picLocks noChangeAspect="1"/>
          </p:cNvPicPr>
          <p:nvPr/>
        </p:nvPicPr>
        <p:blipFill>
          <a:blip r:embed="rId4"/>
          <a:stretch>
            <a:fillRect/>
          </a:stretch>
        </p:blipFill>
        <p:spPr>
          <a:xfrm>
            <a:off x="8267125" y="1156716"/>
            <a:ext cx="3802187" cy="4924044"/>
          </a:xfrm>
          <a:prstGeom prst="rect">
            <a:avLst/>
          </a:prstGeom>
        </p:spPr>
      </p:pic>
    </p:spTree>
    <p:extLst>
      <p:ext uri="{BB962C8B-B14F-4D97-AF65-F5344CB8AC3E}">
        <p14:creationId xmlns:p14="http://schemas.microsoft.com/office/powerpoint/2010/main" val="2166494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CF0DD-B531-DD94-CDE3-D4B47E6261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35A55B-789E-8784-01A4-6BEE9302C8A7}"/>
              </a:ext>
            </a:extLst>
          </p:cNvPr>
          <p:cNvSpPr txBox="1"/>
          <p:nvPr/>
        </p:nvSpPr>
        <p:spPr>
          <a:xfrm>
            <a:off x="702733" y="231110"/>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progress-literature review</a:t>
            </a:r>
          </a:p>
        </p:txBody>
      </p:sp>
      <p:pic>
        <p:nvPicPr>
          <p:cNvPr id="3" name="Picture 2">
            <a:extLst>
              <a:ext uri="{FF2B5EF4-FFF2-40B4-BE49-F238E27FC236}">
                <a16:creationId xmlns:a16="http://schemas.microsoft.com/office/drawing/2014/main" id="{370DCAD7-B958-5863-7F8B-4EFEDF95DF18}"/>
              </a:ext>
            </a:extLst>
          </p:cNvPr>
          <p:cNvPicPr>
            <a:picLocks noChangeAspect="1"/>
          </p:cNvPicPr>
          <p:nvPr/>
        </p:nvPicPr>
        <p:blipFill>
          <a:blip r:embed="rId2"/>
          <a:stretch>
            <a:fillRect/>
          </a:stretch>
        </p:blipFill>
        <p:spPr>
          <a:xfrm>
            <a:off x="189514" y="1280160"/>
            <a:ext cx="3839399" cy="4972236"/>
          </a:xfrm>
          <a:prstGeom prst="rect">
            <a:avLst/>
          </a:prstGeom>
        </p:spPr>
      </p:pic>
      <p:pic>
        <p:nvPicPr>
          <p:cNvPr id="8" name="Picture 7">
            <a:extLst>
              <a:ext uri="{FF2B5EF4-FFF2-40B4-BE49-F238E27FC236}">
                <a16:creationId xmlns:a16="http://schemas.microsoft.com/office/drawing/2014/main" id="{13B1B9A5-0A0D-A2D2-ACF8-4F37CBCE6ACF}"/>
              </a:ext>
            </a:extLst>
          </p:cNvPr>
          <p:cNvPicPr>
            <a:picLocks noChangeAspect="1"/>
          </p:cNvPicPr>
          <p:nvPr/>
        </p:nvPicPr>
        <p:blipFill>
          <a:blip r:embed="rId3"/>
          <a:stretch>
            <a:fillRect/>
          </a:stretch>
        </p:blipFill>
        <p:spPr>
          <a:xfrm>
            <a:off x="4176298" y="1280160"/>
            <a:ext cx="3839399" cy="4972236"/>
          </a:xfrm>
          <a:prstGeom prst="rect">
            <a:avLst/>
          </a:prstGeom>
        </p:spPr>
      </p:pic>
      <p:pic>
        <p:nvPicPr>
          <p:cNvPr id="10" name="Picture 9">
            <a:extLst>
              <a:ext uri="{FF2B5EF4-FFF2-40B4-BE49-F238E27FC236}">
                <a16:creationId xmlns:a16="http://schemas.microsoft.com/office/drawing/2014/main" id="{B5B7B34E-F98B-614B-36C4-3FDF7434AD0C}"/>
              </a:ext>
            </a:extLst>
          </p:cNvPr>
          <p:cNvPicPr>
            <a:picLocks noChangeAspect="1"/>
          </p:cNvPicPr>
          <p:nvPr/>
        </p:nvPicPr>
        <p:blipFill>
          <a:blip r:embed="rId4"/>
          <a:stretch>
            <a:fillRect/>
          </a:stretch>
        </p:blipFill>
        <p:spPr>
          <a:xfrm>
            <a:off x="8236234" y="1280160"/>
            <a:ext cx="3839399" cy="4972236"/>
          </a:xfrm>
          <a:prstGeom prst="rect">
            <a:avLst/>
          </a:prstGeom>
        </p:spPr>
      </p:pic>
    </p:spTree>
    <p:extLst>
      <p:ext uri="{BB962C8B-B14F-4D97-AF65-F5344CB8AC3E}">
        <p14:creationId xmlns:p14="http://schemas.microsoft.com/office/powerpoint/2010/main" val="2947963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FE9A5-BA5F-DB76-B01C-0FDC440294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3918565-F3B7-9C55-2F0A-AF8ADD1E93AB}"/>
              </a:ext>
            </a:extLst>
          </p:cNvPr>
          <p:cNvSpPr txBox="1"/>
          <p:nvPr/>
        </p:nvSpPr>
        <p:spPr>
          <a:xfrm>
            <a:off x="702733" y="231110"/>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progress-literature review</a:t>
            </a:r>
          </a:p>
        </p:txBody>
      </p:sp>
      <p:pic>
        <p:nvPicPr>
          <p:cNvPr id="4" name="Picture 3">
            <a:extLst>
              <a:ext uri="{FF2B5EF4-FFF2-40B4-BE49-F238E27FC236}">
                <a16:creationId xmlns:a16="http://schemas.microsoft.com/office/drawing/2014/main" id="{5FF81E78-79C1-6556-28C4-DA1373723DC2}"/>
              </a:ext>
            </a:extLst>
          </p:cNvPr>
          <p:cNvPicPr>
            <a:picLocks noChangeAspect="1"/>
          </p:cNvPicPr>
          <p:nvPr/>
        </p:nvPicPr>
        <p:blipFill>
          <a:blip r:embed="rId2"/>
          <a:stretch>
            <a:fillRect/>
          </a:stretch>
        </p:blipFill>
        <p:spPr>
          <a:xfrm>
            <a:off x="200613" y="1472184"/>
            <a:ext cx="3834800" cy="4962682"/>
          </a:xfrm>
          <a:prstGeom prst="rect">
            <a:avLst/>
          </a:prstGeom>
        </p:spPr>
      </p:pic>
      <p:pic>
        <p:nvPicPr>
          <p:cNvPr id="7" name="Picture 6">
            <a:extLst>
              <a:ext uri="{FF2B5EF4-FFF2-40B4-BE49-F238E27FC236}">
                <a16:creationId xmlns:a16="http://schemas.microsoft.com/office/drawing/2014/main" id="{310A658D-8CCD-9FF4-B6C6-FAC791016C6C}"/>
              </a:ext>
            </a:extLst>
          </p:cNvPr>
          <p:cNvPicPr>
            <a:picLocks noChangeAspect="1"/>
          </p:cNvPicPr>
          <p:nvPr/>
        </p:nvPicPr>
        <p:blipFill>
          <a:blip r:embed="rId3"/>
          <a:stretch>
            <a:fillRect/>
          </a:stretch>
        </p:blipFill>
        <p:spPr>
          <a:xfrm>
            <a:off x="4178600" y="1472184"/>
            <a:ext cx="3834800" cy="4962682"/>
          </a:xfrm>
          <a:prstGeom prst="rect">
            <a:avLst/>
          </a:prstGeom>
        </p:spPr>
      </p:pic>
      <p:pic>
        <p:nvPicPr>
          <p:cNvPr id="11" name="Picture 10">
            <a:extLst>
              <a:ext uri="{FF2B5EF4-FFF2-40B4-BE49-F238E27FC236}">
                <a16:creationId xmlns:a16="http://schemas.microsoft.com/office/drawing/2014/main" id="{1F3956E1-8D4F-346D-2F42-5F5AF94875B2}"/>
              </a:ext>
            </a:extLst>
          </p:cNvPr>
          <p:cNvPicPr>
            <a:picLocks noChangeAspect="1"/>
          </p:cNvPicPr>
          <p:nvPr/>
        </p:nvPicPr>
        <p:blipFill>
          <a:blip r:embed="rId4"/>
          <a:stretch>
            <a:fillRect/>
          </a:stretch>
        </p:blipFill>
        <p:spPr>
          <a:xfrm>
            <a:off x="8211243" y="1472184"/>
            <a:ext cx="3834800" cy="4962682"/>
          </a:xfrm>
          <a:prstGeom prst="rect">
            <a:avLst/>
          </a:prstGeom>
        </p:spPr>
      </p:pic>
    </p:spTree>
    <p:extLst>
      <p:ext uri="{BB962C8B-B14F-4D97-AF65-F5344CB8AC3E}">
        <p14:creationId xmlns:p14="http://schemas.microsoft.com/office/powerpoint/2010/main" val="1151500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1B8CF-4972-5013-6B25-2BC73DB8D7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1A88B77-1A40-17DA-8924-193EDD6D71D4}"/>
              </a:ext>
            </a:extLst>
          </p:cNvPr>
          <p:cNvSpPr txBox="1"/>
          <p:nvPr/>
        </p:nvSpPr>
        <p:spPr>
          <a:xfrm>
            <a:off x="702733" y="231110"/>
            <a:ext cx="10786533" cy="748988"/>
          </a:xfrm>
          <a:prstGeom prst="rect">
            <a:avLst/>
          </a:prstGeom>
          <a:noFill/>
        </p:spPr>
        <p:txBody>
          <a:bodyPr wrap="square" rtlCol="0">
            <a:spAutoFit/>
          </a:bodyPr>
          <a:lstStyle/>
          <a:p>
            <a:pPr algn="ctr" defTabSz="1219170">
              <a:buClr>
                <a:srgbClr val="000000"/>
              </a:buClr>
            </a:pPr>
            <a:r>
              <a:rPr lang="en-US" sz="4267" kern="0" dirty="0">
                <a:solidFill>
                  <a:srgbClr val="F3F3F3"/>
                </a:solidFill>
                <a:latin typeface="Times New Roman" panose="02020603050405020304" pitchFamily="18" charset="0"/>
                <a:cs typeface="Times New Roman" panose="02020603050405020304" pitchFamily="18" charset="0"/>
                <a:sym typeface="Arial"/>
              </a:rPr>
              <a:t>Weekly work progress-literature review</a:t>
            </a:r>
          </a:p>
        </p:txBody>
      </p:sp>
      <p:pic>
        <p:nvPicPr>
          <p:cNvPr id="3" name="Picture 2">
            <a:extLst>
              <a:ext uri="{FF2B5EF4-FFF2-40B4-BE49-F238E27FC236}">
                <a16:creationId xmlns:a16="http://schemas.microsoft.com/office/drawing/2014/main" id="{2A4FB2D0-9813-3E15-3BDA-AE5EFB249672}"/>
              </a:ext>
            </a:extLst>
          </p:cNvPr>
          <p:cNvPicPr>
            <a:picLocks noChangeAspect="1"/>
          </p:cNvPicPr>
          <p:nvPr/>
        </p:nvPicPr>
        <p:blipFill>
          <a:blip r:embed="rId2"/>
          <a:stretch>
            <a:fillRect/>
          </a:stretch>
        </p:blipFill>
        <p:spPr>
          <a:xfrm>
            <a:off x="65948" y="1280160"/>
            <a:ext cx="3891742" cy="5036372"/>
          </a:xfrm>
          <a:prstGeom prst="rect">
            <a:avLst/>
          </a:prstGeom>
        </p:spPr>
      </p:pic>
      <p:pic>
        <p:nvPicPr>
          <p:cNvPr id="8" name="Picture 7">
            <a:extLst>
              <a:ext uri="{FF2B5EF4-FFF2-40B4-BE49-F238E27FC236}">
                <a16:creationId xmlns:a16="http://schemas.microsoft.com/office/drawing/2014/main" id="{D640C266-98D9-05E3-5AF0-172DA66C94D0}"/>
              </a:ext>
            </a:extLst>
          </p:cNvPr>
          <p:cNvPicPr>
            <a:picLocks noChangeAspect="1"/>
          </p:cNvPicPr>
          <p:nvPr/>
        </p:nvPicPr>
        <p:blipFill>
          <a:blip r:embed="rId3"/>
          <a:stretch>
            <a:fillRect/>
          </a:stretch>
        </p:blipFill>
        <p:spPr>
          <a:xfrm>
            <a:off x="4028070" y="1280160"/>
            <a:ext cx="3891742" cy="5036372"/>
          </a:xfrm>
          <a:prstGeom prst="rect">
            <a:avLst/>
          </a:prstGeom>
        </p:spPr>
      </p:pic>
      <p:pic>
        <p:nvPicPr>
          <p:cNvPr id="10" name="Picture 9">
            <a:extLst>
              <a:ext uri="{FF2B5EF4-FFF2-40B4-BE49-F238E27FC236}">
                <a16:creationId xmlns:a16="http://schemas.microsoft.com/office/drawing/2014/main" id="{B2AA6DB4-7BA0-4550-A382-4CCEBC579488}"/>
              </a:ext>
            </a:extLst>
          </p:cNvPr>
          <p:cNvPicPr>
            <a:picLocks noChangeAspect="1"/>
          </p:cNvPicPr>
          <p:nvPr/>
        </p:nvPicPr>
        <p:blipFill>
          <a:blip r:embed="rId4"/>
          <a:stretch>
            <a:fillRect/>
          </a:stretch>
        </p:blipFill>
        <p:spPr>
          <a:xfrm>
            <a:off x="7990192" y="1280160"/>
            <a:ext cx="3891742" cy="5036372"/>
          </a:xfrm>
          <a:prstGeom prst="rect">
            <a:avLst/>
          </a:prstGeom>
        </p:spPr>
      </p:pic>
    </p:spTree>
    <p:extLst>
      <p:ext uri="{BB962C8B-B14F-4D97-AF65-F5344CB8AC3E}">
        <p14:creationId xmlns:p14="http://schemas.microsoft.com/office/powerpoint/2010/main" val="4101947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3" name="TextBox 12">
            <a:extLst>
              <a:ext uri="{FF2B5EF4-FFF2-40B4-BE49-F238E27FC236}">
                <a16:creationId xmlns:a16="http://schemas.microsoft.com/office/drawing/2014/main" id="{174B5271-1BC1-3691-1548-76D22EA2571E}"/>
              </a:ext>
            </a:extLst>
          </p:cNvPr>
          <p:cNvSpPr txBox="1"/>
          <p:nvPr/>
        </p:nvSpPr>
        <p:spPr>
          <a:xfrm>
            <a:off x="158377" y="1562096"/>
            <a:ext cx="6995459" cy="5017527"/>
          </a:xfrm>
          <a:prstGeom prst="rect">
            <a:avLst/>
          </a:prstGeom>
          <a:noFill/>
        </p:spPr>
        <p:txBody>
          <a:bodyPr wrap="square">
            <a:spAutoFit/>
          </a:bodyPr>
          <a:lstStyle/>
          <a:p>
            <a:pPr marL="457189" indent="-457189" defTabSz="1219170" latinLnBrk="1">
              <a:buClr>
                <a:srgbClr val="F3F3F3"/>
              </a:buClr>
              <a:buSzPts val="1400"/>
              <a:buFont typeface="Arial" panose="020B0604020202020204" pitchFamily="34" charset="0"/>
              <a:buChar char="•"/>
            </a:pPr>
            <a:r>
              <a:rPr lang="en-US" altLang="ko-KR" sz="2667" b="1" kern="0">
                <a:solidFill>
                  <a:srgbClr val="CC4125"/>
                </a:solidFill>
                <a:latin typeface="Rajdhani"/>
                <a:cs typeface="Rajdhani"/>
                <a:sym typeface="Rajdhani"/>
              </a:rPr>
              <a:t>Visual object tracking (VOT) </a:t>
            </a:r>
            <a:r>
              <a:rPr lang="en-US" altLang="ko-KR" sz="2667" b="1" kern="0">
                <a:solidFill>
                  <a:srgbClr val="F3F3F3"/>
                </a:solidFill>
                <a:latin typeface="Rajdhani"/>
                <a:cs typeface="Rajdhani"/>
                <a:sym typeface="Rajdhani"/>
              </a:rPr>
              <a:t>is an important research topic in the field of computer vision, which is used in numerous applications, such as </a:t>
            </a:r>
            <a:r>
              <a:rPr lang="en-US" altLang="ko-KR" sz="2667" b="1" kern="0">
                <a:solidFill>
                  <a:srgbClr val="CC4125">
                    <a:lumMod val="40000"/>
                    <a:lumOff val="60000"/>
                  </a:srgbClr>
                </a:solidFill>
                <a:latin typeface="Rajdhani"/>
                <a:cs typeface="Rajdhani"/>
                <a:sym typeface="Rajdhani"/>
              </a:rPr>
              <a:t>surveillance, human-machine interaction, robotics, </a:t>
            </a:r>
            <a:r>
              <a:rPr lang="en-US" altLang="ko-KR" sz="2667" b="1" kern="0" err="1">
                <a:solidFill>
                  <a:srgbClr val="CC4125">
                    <a:lumMod val="40000"/>
                    <a:lumOff val="60000"/>
                  </a:srgbClr>
                </a:solidFill>
                <a:latin typeface="Rajdhani"/>
                <a:cs typeface="Rajdhani"/>
                <a:sym typeface="Rajdhani"/>
              </a:rPr>
              <a:t>etc</a:t>
            </a:r>
            <a:r>
              <a:rPr lang="en-US" altLang="ko-KR" sz="2667" b="1" kern="0">
                <a:solidFill>
                  <a:srgbClr val="CC4125">
                    <a:lumMod val="40000"/>
                    <a:lumOff val="60000"/>
                  </a:srgbClr>
                </a:solidFill>
                <a:latin typeface="Rajdhani"/>
                <a:cs typeface="Rajdhani"/>
                <a:sym typeface="Rajdhani"/>
              </a:rPr>
              <a:t>,</a:t>
            </a:r>
          </a:p>
          <a:p>
            <a:pPr marL="457189" indent="-457189" defTabSz="1219170" latinLnBrk="1">
              <a:buClr>
                <a:srgbClr val="F3F3F3"/>
              </a:buClr>
              <a:buSzPts val="1400"/>
              <a:buFont typeface="Arial" panose="020B0604020202020204" pitchFamily="34" charset="0"/>
              <a:buChar char="•"/>
            </a:pPr>
            <a:r>
              <a:rPr lang="en-US" altLang="ko-KR" sz="2667" b="1" kern="0">
                <a:solidFill>
                  <a:srgbClr val="F3F3F3"/>
                </a:solidFill>
                <a:latin typeface="Rajdhani"/>
                <a:cs typeface="Rajdhani"/>
                <a:sym typeface="Rajdhani"/>
              </a:rPr>
              <a:t>Object tracking can be defined as the process of segmenting an object of interest from a video scene and keeping track of its motion, orientation and occlusion to extract useful information. </a:t>
            </a:r>
            <a:endParaRPr lang="ko-KR" altLang="ko-KR" sz="2667" b="1" kern="0">
              <a:solidFill>
                <a:srgbClr val="F3F3F3"/>
              </a:solidFill>
              <a:latin typeface="Rajdhani"/>
              <a:cs typeface="Rajdhani"/>
              <a:sym typeface="Rajdhani"/>
            </a:endParaRPr>
          </a:p>
        </p:txBody>
      </p:sp>
      <p:sp>
        <p:nvSpPr>
          <p:cNvPr id="14" name="Rectangle 6">
            <a:extLst>
              <a:ext uri="{FF2B5EF4-FFF2-40B4-BE49-F238E27FC236}">
                <a16:creationId xmlns:a16="http://schemas.microsoft.com/office/drawing/2014/main" id="{531BE01B-A63D-E6A2-B3F5-3A44F9148E42}"/>
              </a:ext>
            </a:extLst>
          </p:cNvPr>
          <p:cNvSpPr txBox="1">
            <a:spLocks noChangeArrowheads="1"/>
          </p:cNvSpPr>
          <p:nvPr/>
        </p:nvSpPr>
        <p:spPr bwMode="auto">
          <a:xfrm>
            <a:off x="965201" y="376518"/>
            <a:ext cx="10402047" cy="773836"/>
          </a:xfrm>
          <a:prstGeom prst="rect">
            <a:avLst/>
          </a:prstGeom>
          <a:noFill/>
          <a:ln w="9525">
            <a:noFill/>
            <a:miter lim="800000"/>
            <a:headEnd/>
            <a:tailEnd/>
          </a:ln>
          <a:effectLst>
            <a:outerShdw dist="17961" dir="2700000" algn="ctr" rotWithShape="0">
              <a:srgbClr val="474747"/>
            </a:outerShdw>
          </a:effectLst>
        </p:spPr>
        <p:txBody>
          <a:bodyPr vert="horz" wrap="square" lIns="121920" tIns="60960" rIns="121920" bIns="60960" numCol="1" anchor="ctr" anchorCtr="0" compatLnSpc="1">
            <a:prstTxWarp prst="textNoShape">
              <a:avLst/>
            </a:prstTxWarp>
          </a:bodyPr>
          <a:lstStyle>
            <a:lvl1pPr algn="l" rtl="0" eaLnBrk="1" fontAlgn="base" hangingPunct="1">
              <a:spcBef>
                <a:spcPct val="0"/>
              </a:spcBef>
              <a:spcAft>
                <a:spcPct val="0"/>
              </a:spcAft>
              <a:defRPr sz="2400">
                <a:solidFill>
                  <a:schemeClr val="bg1"/>
                </a:solidFill>
                <a:latin typeface="+mj-lt"/>
                <a:ea typeface="+mj-ea"/>
                <a:cs typeface="+mj-cs"/>
              </a:defRPr>
            </a:lvl1pPr>
            <a:lvl2pPr algn="l" rtl="0" eaLnBrk="1" fontAlgn="base" hangingPunct="1">
              <a:spcBef>
                <a:spcPct val="0"/>
              </a:spcBef>
              <a:spcAft>
                <a:spcPct val="0"/>
              </a:spcAft>
              <a:defRPr sz="2400">
                <a:solidFill>
                  <a:schemeClr val="bg1"/>
                </a:solidFill>
                <a:latin typeface="Arial Narrow" pitchFamily="34" charset="0"/>
              </a:defRPr>
            </a:lvl2pPr>
            <a:lvl3pPr algn="l" rtl="0" eaLnBrk="1" fontAlgn="base" hangingPunct="1">
              <a:spcBef>
                <a:spcPct val="0"/>
              </a:spcBef>
              <a:spcAft>
                <a:spcPct val="0"/>
              </a:spcAft>
              <a:defRPr sz="2400">
                <a:solidFill>
                  <a:schemeClr val="bg1"/>
                </a:solidFill>
                <a:latin typeface="Arial Narrow" pitchFamily="34" charset="0"/>
              </a:defRPr>
            </a:lvl3pPr>
            <a:lvl4pPr algn="l" rtl="0" eaLnBrk="1" fontAlgn="base" hangingPunct="1">
              <a:spcBef>
                <a:spcPct val="0"/>
              </a:spcBef>
              <a:spcAft>
                <a:spcPct val="0"/>
              </a:spcAft>
              <a:defRPr sz="2400">
                <a:solidFill>
                  <a:schemeClr val="bg1"/>
                </a:solidFill>
                <a:latin typeface="Arial Narrow" pitchFamily="34" charset="0"/>
              </a:defRPr>
            </a:lvl4pPr>
            <a:lvl5pPr algn="l" rtl="0" eaLnBrk="1" fontAlgn="base" hangingPunct="1">
              <a:spcBef>
                <a:spcPct val="0"/>
              </a:spcBef>
              <a:spcAft>
                <a:spcPct val="0"/>
              </a:spcAft>
              <a:defRPr sz="2400">
                <a:solidFill>
                  <a:schemeClr val="bg1"/>
                </a:solidFill>
                <a:latin typeface="Arial Narrow" pitchFamily="34" charset="0"/>
              </a:defRPr>
            </a:lvl5pPr>
            <a:lvl6pPr marL="457200" algn="l" rtl="0" eaLnBrk="1" fontAlgn="base" hangingPunct="1">
              <a:spcBef>
                <a:spcPct val="0"/>
              </a:spcBef>
              <a:spcAft>
                <a:spcPct val="0"/>
              </a:spcAft>
              <a:defRPr sz="2400">
                <a:solidFill>
                  <a:schemeClr val="bg1"/>
                </a:solidFill>
                <a:latin typeface="Arial Narrow" pitchFamily="34" charset="0"/>
              </a:defRPr>
            </a:lvl6pPr>
            <a:lvl7pPr marL="914400" algn="l" rtl="0" eaLnBrk="1" fontAlgn="base" hangingPunct="1">
              <a:spcBef>
                <a:spcPct val="0"/>
              </a:spcBef>
              <a:spcAft>
                <a:spcPct val="0"/>
              </a:spcAft>
              <a:defRPr sz="2400">
                <a:solidFill>
                  <a:schemeClr val="bg1"/>
                </a:solidFill>
                <a:latin typeface="Arial Narrow" pitchFamily="34" charset="0"/>
              </a:defRPr>
            </a:lvl7pPr>
            <a:lvl8pPr marL="1371600" algn="l" rtl="0" eaLnBrk="1" fontAlgn="base" hangingPunct="1">
              <a:spcBef>
                <a:spcPct val="0"/>
              </a:spcBef>
              <a:spcAft>
                <a:spcPct val="0"/>
              </a:spcAft>
              <a:defRPr sz="2400">
                <a:solidFill>
                  <a:schemeClr val="bg1"/>
                </a:solidFill>
                <a:latin typeface="Arial Narrow" pitchFamily="34" charset="0"/>
              </a:defRPr>
            </a:lvl8pPr>
            <a:lvl9pPr marL="1828800" algn="l" rtl="0" eaLnBrk="1" fontAlgn="base" hangingPunct="1">
              <a:spcBef>
                <a:spcPct val="0"/>
              </a:spcBef>
              <a:spcAft>
                <a:spcPct val="0"/>
              </a:spcAft>
              <a:defRPr sz="2400">
                <a:solidFill>
                  <a:schemeClr val="bg1"/>
                </a:solidFill>
                <a:latin typeface="Arial Narrow" pitchFamily="34" charset="0"/>
              </a:defRPr>
            </a:lvl9pPr>
          </a:lstStyle>
          <a:p>
            <a:pPr algn="ctr" defTabSz="1219170">
              <a:spcBef>
                <a:spcPts val="0"/>
              </a:spcBef>
              <a:spcAft>
                <a:spcPts val="0"/>
              </a:spcAft>
              <a:buClr>
                <a:srgbClr val="F3F3F3"/>
              </a:buClr>
              <a:buSzPts val="1400"/>
            </a:pPr>
            <a:r>
              <a:rPr lang="en-US" altLang="zh-CN" sz="4267" b="1" kern="0">
                <a:solidFill>
                  <a:srgbClr val="F3F3F3"/>
                </a:solidFill>
                <a:latin typeface="Rajdhani"/>
                <a:ea typeface="Rajdhani"/>
                <a:cs typeface="Rajdhani"/>
                <a:sym typeface="Rajdhani"/>
              </a:rPr>
              <a:t>Research Background </a:t>
            </a:r>
          </a:p>
        </p:txBody>
      </p:sp>
      <p:pic>
        <p:nvPicPr>
          <p:cNvPr id="1026" name="Picture 2" descr="A Survey on Visual Object Tracking: Datasets, Methods and Metrics |  Semantic Scholar">
            <a:extLst>
              <a:ext uri="{FF2B5EF4-FFF2-40B4-BE49-F238E27FC236}">
                <a16:creationId xmlns:a16="http://schemas.microsoft.com/office/drawing/2014/main" id="{5D626C3F-DB6A-61CC-0DBD-43F7B8A67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8966" y="2009502"/>
            <a:ext cx="4173817" cy="2995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57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8E36-8135-891F-4FEF-E23FCDD0D4C2}"/>
              </a:ext>
            </a:extLst>
          </p:cNvPr>
          <p:cNvSpPr>
            <a:spLocks noGrp="1"/>
          </p:cNvSpPr>
          <p:nvPr>
            <p:ph type="title"/>
          </p:nvPr>
        </p:nvSpPr>
        <p:spPr>
          <a:xfrm>
            <a:off x="581192" y="702156"/>
            <a:ext cx="11029616" cy="1013800"/>
          </a:xfrm>
        </p:spPr>
        <p:txBody>
          <a:bodyPr>
            <a:normAutofit fontScale="90000"/>
          </a:bodyPr>
          <a:lstStyle/>
          <a:p>
            <a:r>
              <a:rPr lang="en-IN" sz="4400">
                <a:latin typeface="Times New Roman" panose="02020603050405020304" pitchFamily="18" charset="0"/>
                <a:cs typeface="Times New Roman" panose="02020603050405020304" pitchFamily="18" charset="0"/>
              </a:rPr>
              <a:t>Features in  visual object  tracking</a:t>
            </a:r>
          </a:p>
        </p:txBody>
      </p:sp>
      <p:sp>
        <p:nvSpPr>
          <p:cNvPr id="73" name="Rectangle 72">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7"/>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latin typeface="Gill Sans MT" panose="020B0502020104020203"/>
              <a:sym typeface="Arial"/>
            </a:endParaRPr>
          </a:p>
        </p:txBody>
      </p:sp>
      <p:pic>
        <p:nvPicPr>
          <p:cNvPr id="2052" name="Picture 4" descr="There are mainly two types of features in action recognition:... | Download  Scientific Diagram">
            <a:extLst>
              <a:ext uri="{FF2B5EF4-FFF2-40B4-BE49-F238E27FC236}">
                <a16:creationId xmlns:a16="http://schemas.microsoft.com/office/drawing/2014/main" id="{A17C2AE9-AEDE-76C1-3008-C57C822ECF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7226" y="2685693"/>
            <a:ext cx="4962525" cy="299994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CA232A0-808B-0CDC-A517-B947FF5FB71D}"/>
              </a:ext>
            </a:extLst>
          </p:cNvPr>
          <p:cNvSpPr>
            <a:spLocks noGrp="1"/>
          </p:cNvSpPr>
          <p:nvPr>
            <p:ph idx="1"/>
          </p:nvPr>
        </p:nvSpPr>
        <p:spPr>
          <a:xfrm>
            <a:off x="6061864" y="1948227"/>
            <a:ext cx="5777899" cy="1946887"/>
          </a:xfrm>
        </p:spPr>
        <p:txBody>
          <a:bodyPr>
            <a:normAutofit fontScale="92500" lnSpcReduction="20000"/>
          </a:bodyPr>
          <a:lstStyle/>
          <a:p>
            <a:pPr>
              <a:lnSpc>
                <a:spcPct val="90000"/>
              </a:lnSpc>
              <a:buFont typeface="Wingdings" panose="05000000000000000000" pitchFamily="2" charset="2"/>
              <a:buChar char="v"/>
            </a:pPr>
            <a:r>
              <a:rPr lang="en-US" sz="1700">
                <a:latin typeface="Times New Roman" panose="02020603050405020304" pitchFamily="18" charset="0"/>
                <a:cs typeface="Times New Roman" panose="02020603050405020304" pitchFamily="18" charset="0"/>
              </a:rPr>
              <a:t>Features play an important role in the </a:t>
            </a:r>
            <a:r>
              <a:rPr lang="en-US" sz="1700">
                <a:solidFill>
                  <a:srgbClr val="FF0000"/>
                </a:solidFill>
                <a:latin typeface="Times New Roman" panose="02020603050405020304" pitchFamily="18" charset="0"/>
                <a:cs typeface="Times New Roman" panose="02020603050405020304" pitchFamily="18" charset="0"/>
              </a:rPr>
              <a:t>performance of a tracker.</a:t>
            </a:r>
          </a:p>
          <a:p>
            <a:pPr>
              <a:lnSpc>
                <a:spcPct val="90000"/>
              </a:lnSpc>
              <a:buFont typeface="Wingdings" panose="05000000000000000000" pitchFamily="2" charset="2"/>
              <a:buChar char="v"/>
            </a:pPr>
            <a:r>
              <a:rPr lang="en-US" sz="1700">
                <a:solidFill>
                  <a:schemeClr val="tx1"/>
                </a:solidFill>
                <a:latin typeface="Times New Roman" panose="02020603050405020304" pitchFamily="18" charset="0"/>
                <a:cs typeface="Times New Roman" panose="02020603050405020304" pitchFamily="18" charset="0"/>
              </a:rPr>
              <a:t>Features are </a:t>
            </a:r>
            <a:r>
              <a:rPr lang="en-US" sz="1700">
                <a:solidFill>
                  <a:srgbClr val="FF0000"/>
                </a:solidFill>
                <a:latin typeface="Times New Roman" panose="02020603050405020304" pitchFamily="18" charset="0"/>
                <a:cs typeface="Times New Roman" panose="02020603050405020304" pitchFamily="18" charset="0"/>
              </a:rPr>
              <a:t>parts or patterns of an object </a:t>
            </a:r>
            <a:r>
              <a:rPr lang="en-US" sz="1700">
                <a:solidFill>
                  <a:schemeClr val="tx1"/>
                </a:solidFill>
                <a:latin typeface="Times New Roman" panose="02020603050405020304" pitchFamily="18" charset="0"/>
                <a:cs typeface="Times New Roman" panose="02020603050405020304" pitchFamily="18" charset="0"/>
              </a:rPr>
              <a:t>in an image that help to identify it.</a:t>
            </a:r>
          </a:p>
          <a:p>
            <a:pPr>
              <a:lnSpc>
                <a:spcPct val="90000"/>
              </a:lnSpc>
              <a:buFont typeface="Wingdings" panose="05000000000000000000" pitchFamily="2" charset="2"/>
              <a:buChar char="v"/>
            </a:pPr>
            <a:r>
              <a:rPr lang="en-US" sz="1700">
                <a:latin typeface="Times New Roman" panose="02020603050405020304" pitchFamily="18" charset="0"/>
                <a:cs typeface="Times New Roman" panose="02020603050405020304" pitchFamily="18" charset="0"/>
              </a:rPr>
              <a:t> There are two broad categories of the features used by the tracking algorithms,</a:t>
            </a:r>
          </a:p>
          <a:p>
            <a:pPr lvl="1">
              <a:lnSpc>
                <a:spcPct val="90000"/>
              </a:lnSpc>
              <a:buFont typeface="Wingdings" panose="05000000000000000000" pitchFamily="2" charset="2"/>
              <a:buChar char="v"/>
            </a:pPr>
            <a:r>
              <a:rPr lang="en-US" sz="1700">
                <a:latin typeface="Times New Roman" panose="02020603050405020304" pitchFamily="18" charset="0"/>
                <a:cs typeface="Times New Roman" panose="02020603050405020304" pitchFamily="18" charset="0"/>
              </a:rPr>
              <a:t>Hand Crafted (HC) and </a:t>
            </a:r>
          </a:p>
          <a:p>
            <a:pPr lvl="1">
              <a:lnSpc>
                <a:spcPct val="90000"/>
              </a:lnSpc>
              <a:buFont typeface="Wingdings" panose="05000000000000000000" pitchFamily="2" charset="2"/>
              <a:buChar char="v"/>
            </a:pPr>
            <a:r>
              <a:rPr lang="en-US" sz="1700">
                <a:latin typeface="Times New Roman" panose="02020603050405020304" pitchFamily="18" charset="0"/>
                <a:cs typeface="Times New Roman" panose="02020603050405020304" pitchFamily="18" charset="0"/>
              </a:rPr>
              <a:t>Deep features.</a:t>
            </a:r>
          </a:p>
        </p:txBody>
      </p:sp>
      <p:graphicFrame>
        <p:nvGraphicFramePr>
          <p:cNvPr id="5" name="Table 5">
            <a:extLst>
              <a:ext uri="{FF2B5EF4-FFF2-40B4-BE49-F238E27FC236}">
                <a16:creationId xmlns:a16="http://schemas.microsoft.com/office/drawing/2014/main" id="{01198CE7-EB91-7A64-2E00-2A2B57922895}"/>
              </a:ext>
            </a:extLst>
          </p:cNvPr>
          <p:cNvGraphicFramePr>
            <a:graphicFrameLocks noGrp="1"/>
          </p:cNvGraphicFramePr>
          <p:nvPr/>
        </p:nvGraphicFramePr>
        <p:xfrm>
          <a:off x="6444609" y="3895114"/>
          <a:ext cx="5501314" cy="2623133"/>
        </p:xfrm>
        <a:graphic>
          <a:graphicData uri="http://schemas.openxmlformats.org/drawingml/2006/table">
            <a:tbl>
              <a:tblPr firstRow="1" bandRow="1">
                <a:tableStyleId>{2D5ABB26-0587-4C30-8999-92F81FD0307C}</a:tableStyleId>
              </a:tblPr>
              <a:tblGrid>
                <a:gridCol w="2750657">
                  <a:extLst>
                    <a:ext uri="{9D8B030D-6E8A-4147-A177-3AD203B41FA5}">
                      <a16:colId xmlns:a16="http://schemas.microsoft.com/office/drawing/2014/main" val="2995280712"/>
                    </a:ext>
                  </a:extLst>
                </a:gridCol>
                <a:gridCol w="2750657">
                  <a:extLst>
                    <a:ext uri="{9D8B030D-6E8A-4147-A177-3AD203B41FA5}">
                      <a16:colId xmlns:a16="http://schemas.microsoft.com/office/drawing/2014/main" val="4276333502"/>
                    </a:ext>
                  </a:extLst>
                </a:gridCol>
              </a:tblGrid>
              <a:tr h="2623133">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a:latin typeface="Times New Roman" panose="02020603050405020304" pitchFamily="18" charset="0"/>
                          <a:cs typeface="Times New Roman" panose="02020603050405020304" pitchFamily="18" charset="0"/>
                        </a:rPr>
                        <a:t>HC features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chemeClr val="tx1"/>
                          </a:solidFill>
                          <a:latin typeface="Times New Roman" panose="02020603050405020304" pitchFamily="18" charset="0"/>
                          <a:cs typeface="Times New Roman" panose="02020603050405020304" pitchFamily="18" charset="0"/>
                        </a:rPr>
                        <a:t>Histogram of Oriented Gradients (HOG),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chemeClr val="tx1"/>
                          </a:solidFill>
                          <a:latin typeface="Times New Roman" panose="02020603050405020304" pitchFamily="18" charset="0"/>
                          <a:cs typeface="Times New Roman" panose="02020603050405020304" pitchFamily="18" charset="0"/>
                        </a:rPr>
                        <a:t>Scale-Invariant Feature Transform (SIFT),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chemeClr val="tx1"/>
                          </a:solidFill>
                          <a:latin typeface="Times New Roman" panose="02020603050405020304" pitchFamily="18" charset="0"/>
                          <a:cs typeface="Times New Roman" panose="02020603050405020304" pitchFamily="18" charset="0"/>
                        </a:rPr>
                        <a:t>Local Binary Pattern(LBP),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chemeClr val="tx1"/>
                          </a:solidFill>
                          <a:latin typeface="Times New Roman" panose="02020603050405020304" pitchFamily="18" charset="0"/>
                          <a:cs typeface="Times New Roman" panose="02020603050405020304" pitchFamily="18" charset="0"/>
                        </a:rPr>
                        <a:t>and color names(CN)</a:t>
                      </a:r>
                    </a:p>
                    <a:p>
                      <a:endParaRPr lang="en-IN" sz="16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kern="1200">
                          <a:solidFill>
                            <a:schemeClr val="tx1"/>
                          </a:solidFill>
                          <a:latin typeface="Times New Roman" panose="02020603050405020304" pitchFamily="18" charset="0"/>
                          <a:ea typeface="+mn-ea"/>
                          <a:cs typeface="Times New Roman" panose="02020603050405020304" pitchFamily="18" charset="0"/>
                        </a:rPr>
                        <a:t>Deep feature extraction methods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a:solidFill>
                            <a:schemeClr val="tx1"/>
                          </a:solidFill>
                          <a:latin typeface="Times New Roman" panose="02020603050405020304" pitchFamily="18" charset="0"/>
                          <a:ea typeface="+mn-ea"/>
                          <a:cs typeface="Times New Roman" panose="02020603050405020304" pitchFamily="18" charset="0"/>
                        </a:rPr>
                        <a:t>Recurrent Neural Networks (RNN),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a:solidFill>
                            <a:schemeClr val="tx1"/>
                          </a:solidFill>
                          <a:latin typeface="Times New Roman" panose="02020603050405020304" pitchFamily="18" charset="0"/>
                          <a:ea typeface="+mn-ea"/>
                          <a:cs typeface="Times New Roman" panose="02020603050405020304" pitchFamily="18" charset="0"/>
                        </a:rPr>
                        <a:t>Convolutional Neural Networks (CNN),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kern="1200">
                          <a:solidFill>
                            <a:schemeClr val="tx1"/>
                          </a:solidFill>
                          <a:latin typeface="Times New Roman" panose="02020603050405020304" pitchFamily="18" charset="0"/>
                          <a:ea typeface="+mn-ea"/>
                          <a:cs typeface="Times New Roman" panose="02020603050405020304" pitchFamily="18" charset="0"/>
                        </a:rPr>
                        <a:t>Residual Networks, and Auto-encoders.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kern="1200">
                          <a:solidFill>
                            <a:schemeClr val="tx1"/>
                          </a:solidFill>
                          <a:latin typeface="Times New Roman" panose="02020603050405020304" pitchFamily="18" charset="0"/>
                          <a:ea typeface="+mn-ea"/>
                          <a:cs typeface="Times New Roman" panose="02020603050405020304" pitchFamily="18" charset="0"/>
                        </a:rPr>
                        <a:t>Deep Features</a:t>
                      </a:r>
                      <a:endParaRPr lang="en-IN" sz="1600" b="1" kern="1200">
                        <a:solidFill>
                          <a:schemeClr val="tx1"/>
                        </a:solidFill>
                        <a:latin typeface="Times New Roman" panose="02020603050405020304" pitchFamily="18" charset="0"/>
                        <a:ea typeface="+mn-ea"/>
                        <a:cs typeface="Times New Roman" panose="02020603050405020304" pitchFamily="18" charset="0"/>
                      </a:endParaRPr>
                    </a:p>
                    <a:p>
                      <a:pPr marL="0" indent="0">
                        <a:buFont typeface="Arial" panose="020B0604020202020204" pitchFamily="34" charset="0"/>
                        <a:buNone/>
                      </a:pPr>
                      <a:r>
                        <a:rPr lang="en-IN" sz="1600">
                          <a:latin typeface="Times New Roman" panose="02020603050405020304" pitchFamily="18" charset="0"/>
                          <a:cs typeface="Times New Roman" panose="02020603050405020304" pitchFamily="18" charset="0"/>
                        </a:rPr>
                        <a:t>ResNet, ImageNet, VGGNet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96316486"/>
                  </a:ext>
                </a:extLst>
              </a:tr>
            </a:tbl>
          </a:graphicData>
        </a:graphic>
      </p:graphicFrame>
    </p:spTree>
    <p:extLst>
      <p:ext uri="{BB962C8B-B14F-4D97-AF65-F5344CB8AC3E}">
        <p14:creationId xmlns:p14="http://schemas.microsoft.com/office/powerpoint/2010/main" val="2369513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E3DF-FDE5-F6B3-80D9-D9592D91B2E3}"/>
              </a:ext>
            </a:extLst>
          </p:cNvPr>
          <p:cNvSpPr>
            <a:spLocks noGrp="1"/>
          </p:cNvSpPr>
          <p:nvPr>
            <p:ph type="title"/>
          </p:nvPr>
        </p:nvSpPr>
        <p:spPr/>
        <p:txBody>
          <a:bodyPr>
            <a:normAutofit/>
          </a:bodyPr>
          <a:lstStyle/>
          <a:p>
            <a:r>
              <a:rPr lang="en-IN">
                <a:latin typeface="Times New Roman" panose="02020603050405020304" pitchFamily="18" charset="0"/>
                <a:cs typeface="Times New Roman" panose="02020603050405020304" pitchFamily="18" charset="0"/>
              </a:rPr>
              <a:t>Experiment and analysis</a:t>
            </a:r>
            <a:br>
              <a:rPr lang="en-IN">
                <a:latin typeface="Times New Roman" panose="02020603050405020304" pitchFamily="18" charset="0"/>
                <a:cs typeface="Times New Roman" panose="02020603050405020304" pitchFamily="18" charset="0"/>
              </a:rPr>
            </a:br>
            <a:r>
              <a:rPr lang="en-IN">
                <a:latin typeface="Times New Roman" panose="02020603050405020304" pitchFamily="18" charset="0"/>
                <a:cs typeface="Times New Roman" panose="02020603050405020304" pitchFamily="18" charset="0"/>
              </a:rPr>
              <a:t>-</a:t>
            </a:r>
            <a:r>
              <a:rPr lang="en-IN" sz="2400">
                <a:latin typeface="Times New Roman" panose="02020603050405020304" pitchFamily="18" charset="0"/>
                <a:cs typeface="Times New Roman" panose="02020603050405020304" pitchFamily="18" charset="0"/>
              </a:rPr>
              <a:t>Datasets</a:t>
            </a: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689AF4-4608-F759-6651-A3BFA18FDFF3}"/>
              </a:ext>
            </a:extLst>
          </p:cNvPr>
          <p:cNvSpPr>
            <a:spLocks noGrp="1"/>
          </p:cNvSpPr>
          <p:nvPr>
            <p:ph idx="1"/>
          </p:nvPr>
        </p:nvSpPr>
        <p:spPr/>
        <p:txBody>
          <a:bodyPr anchor="t"/>
          <a:lstStyle/>
          <a:p>
            <a:r>
              <a:rPr lang="en-US">
                <a:latin typeface="Times New Roman" panose="02020603050405020304" pitchFamily="18" charset="0"/>
                <a:cs typeface="Times New Roman" panose="02020603050405020304" pitchFamily="18" charset="0"/>
              </a:rPr>
              <a:t>Datasets are visual tracking benchmarks that are widely used to </a:t>
            </a:r>
            <a:r>
              <a:rPr lang="en-US">
                <a:solidFill>
                  <a:srgbClr val="FF0000"/>
                </a:solidFill>
                <a:latin typeface="Times New Roman" panose="02020603050405020304" pitchFamily="18" charset="0"/>
                <a:cs typeface="Times New Roman" panose="02020603050405020304" pitchFamily="18" charset="0"/>
              </a:rPr>
              <a:t>evaluate the performance of a visual tracking algorithm.</a:t>
            </a:r>
          </a:p>
          <a:p>
            <a:r>
              <a:rPr lang="en-US">
                <a:solidFill>
                  <a:srgbClr val="000000"/>
                </a:solidFill>
                <a:latin typeface="Times New Roman" panose="02020603050405020304" pitchFamily="18" charset="0"/>
                <a:cs typeface="Times New Roman" panose="02020603050405020304" pitchFamily="18" charset="0"/>
              </a:rPr>
              <a:t>In single object tracking, there are many types of datasets.</a:t>
            </a:r>
            <a:r>
              <a:rPr lang="en-US">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Among them, the most authoritative and widely used are VOT and OTB datasets.</a:t>
            </a:r>
          </a:p>
          <a:p>
            <a:r>
              <a:rPr lang="en-US">
                <a:solidFill>
                  <a:srgbClr val="000000"/>
                </a:solidFill>
                <a:latin typeface="Times New Roman" panose="02020603050405020304" pitchFamily="18" charset="0"/>
                <a:cs typeface="Times New Roman" panose="02020603050405020304" pitchFamily="18" charset="0"/>
              </a:rPr>
              <a:t>Some of famous datasets are</a:t>
            </a:r>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21ED66-DEA7-2545-5C50-210AB80F3B40}"/>
              </a:ext>
            </a:extLst>
          </p:cNvPr>
          <p:cNvPicPr>
            <a:picLocks noChangeAspect="1"/>
          </p:cNvPicPr>
          <p:nvPr/>
        </p:nvPicPr>
        <p:blipFill>
          <a:blip r:embed="rId2"/>
          <a:stretch>
            <a:fillRect/>
          </a:stretch>
        </p:blipFill>
        <p:spPr>
          <a:xfrm>
            <a:off x="6330594" y="3429001"/>
            <a:ext cx="5280215" cy="2694673"/>
          </a:xfrm>
          <a:prstGeom prst="rect">
            <a:avLst/>
          </a:prstGeom>
        </p:spPr>
      </p:pic>
      <p:sp>
        <p:nvSpPr>
          <p:cNvPr id="7" name="TextBox 6">
            <a:extLst>
              <a:ext uri="{FF2B5EF4-FFF2-40B4-BE49-F238E27FC236}">
                <a16:creationId xmlns:a16="http://schemas.microsoft.com/office/drawing/2014/main" id="{329D7D0E-F78F-C13D-FAF9-CFB92B20DC62}"/>
              </a:ext>
            </a:extLst>
          </p:cNvPr>
          <p:cNvSpPr txBox="1"/>
          <p:nvPr/>
        </p:nvSpPr>
        <p:spPr>
          <a:xfrm>
            <a:off x="6887085" y="6155845"/>
            <a:ext cx="4167231" cy="276999"/>
          </a:xfrm>
          <a:prstGeom prst="rect">
            <a:avLst/>
          </a:prstGeom>
          <a:noFill/>
        </p:spPr>
        <p:txBody>
          <a:bodyPr wrap="square">
            <a:spAutoFit/>
          </a:bodyPr>
          <a:lstStyle/>
          <a:p>
            <a:pPr defTabSz="457189"/>
            <a:r>
              <a:rPr lang="en-US" sz="1200" b="1">
                <a:solidFill>
                  <a:srgbClr val="242021"/>
                </a:solidFill>
                <a:latin typeface="Times New Roman" panose="02020603050405020304" pitchFamily="18" charset="0"/>
                <a:cs typeface="Times New Roman" panose="02020603050405020304" pitchFamily="18" charset="0"/>
                <a:sym typeface="Arial"/>
              </a:rPr>
              <a:t>Fig.  Comparison of the overall situation of each data set </a:t>
            </a:r>
            <a:endParaRPr lang="en-IN" sz="1200" b="1">
              <a:solidFill>
                <a:srgbClr val="242021"/>
              </a:solidFill>
              <a:latin typeface="Times New Roman" panose="02020603050405020304" pitchFamily="18" charset="0"/>
              <a:cs typeface="Times New Roman" panose="02020603050405020304" pitchFamily="18" charset="0"/>
              <a:sym typeface="Arial"/>
            </a:endParaRPr>
          </a:p>
        </p:txBody>
      </p:sp>
      <p:sp>
        <p:nvSpPr>
          <p:cNvPr id="9" name="TextBox 8">
            <a:extLst>
              <a:ext uri="{FF2B5EF4-FFF2-40B4-BE49-F238E27FC236}">
                <a16:creationId xmlns:a16="http://schemas.microsoft.com/office/drawing/2014/main" id="{DB1DBD3C-068D-D332-13BB-30E2540DE276}"/>
              </a:ext>
            </a:extLst>
          </p:cNvPr>
          <p:cNvSpPr txBox="1"/>
          <p:nvPr/>
        </p:nvSpPr>
        <p:spPr>
          <a:xfrm>
            <a:off x="1412805" y="4037673"/>
            <a:ext cx="3234696" cy="2031325"/>
          </a:xfrm>
          <a:prstGeom prst="rect">
            <a:avLst/>
          </a:prstGeom>
          <a:solidFill>
            <a:sysClr val="window" lastClr="FFFFFF"/>
          </a:solidFill>
          <a:ln w="15875" cap="rnd" cmpd="sng" algn="ctr">
            <a:solidFill>
              <a:srgbClr val="E54D86"/>
            </a:solidFill>
            <a:prstDash val="solid"/>
          </a:ln>
          <a:effectLst/>
        </p:spPr>
        <p:txBody>
          <a:bodyPr wrap="square" rtlCol="0">
            <a:spAutoFit/>
          </a:bodyPr>
          <a:lstStyle/>
          <a:p>
            <a:pPr marL="285744" indent="-285744" defTabSz="914377">
              <a:buFont typeface="Wingdings" panose="05000000000000000000" pitchFamily="2" charset="2"/>
              <a:buChar char="v"/>
              <a:defRPr/>
            </a:pPr>
            <a:r>
              <a:rPr lang="en-US" kern="0">
                <a:solidFill>
                  <a:prstClr val="black"/>
                </a:solidFill>
                <a:latin typeface="Times New Roman" panose="02020603050405020304" pitchFamily="18" charset="0"/>
                <a:cs typeface="Times New Roman" panose="02020603050405020304" pitchFamily="18" charset="0"/>
                <a:sym typeface="Arial"/>
              </a:rPr>
              <a:t>Object Tracking Benchmark</a:t>
            </a:r>
          </a:p>
          <a:p>
            <a:pPr marL="285744" indent="-285744" defTabSz="914377">
              <a:buFont typeface="Wingdings" panose="05000000000000000000" pitchFamily="2" charset="2"/>
              <a:buChar char="v"/>
              <a:defRPr/>
            </a:pPr>
            <a:r>
              <a:rPr lang="en-US" kern="0">
                <a:solidFill>
                  <a:prstClr val="black"/>
                </a:solidFill>
                <a:latin typeface="Times New Roman" panose="02020603050405020304" pitchFamily="18" charset="0"/>
                <a:cs typeface="Times New Roman" panose="02020603050405020304" pitchFamily="18" charset="0"/>
                <a:sym typeface="Arial"/>
              </a:rPr>
              <a:t>Temple Color</a:t>
            </a:r>
          </a:p>
          <a:p>
            <a:pPr marL="285744" indent="-285744" defTabSz="914377">
              <a:buFont typeface="Wingdings" panose="05000000000000000000" pitchFamily="2" charset="2"/>
              <a:buChar char="v"/>
              <a:defRPr/>
            </a:pPr>
            <a:r>
              <a:rPr lang="en-US" kern="0">
                <a:solidFill>
                  <a:prstClr val="black"/>
                </a:solidFill>
                <a:latin typeface="Times New Roman" panose="02020603050405020304" pitchFamily="18" charset="0"/>
                <a:cs typeface="Times New Roman" panose="02020603050405020304" pitchFamily="18" charset="0"/>
                <a:sym typeface="Arial"/>
              </a:rPr>
              <a:t>Unmanned Aerial Vehicle</a:t>
            </a:r>
          </a:p>
          <a:p>
            <a:pPr marL="285744" indent="-285744" defTabSz="914377">
              <a:buFont typeface="Wingdings" panose="05000000000000000000" pitchFamily="2" charset="2"/>
              <a:buChar char="v"/>
              <a:defRPr/>
            </a:pPr>
            <a:r>
              <a:rPr lang="en-US" kern="0">
                <a:solidFill>
                  <a:prstClr val="black"/>
                </a:solidFill>
                <a:latin typeface="Times New Roman" panose="02020603050405020304" pitchFamily="18" charset="0"/>
                <a:cs typeface="Times New Roman" panose="02020603050405020304" pitchFamily="18" charset="0"/>
                <a:sym typeface="Arial"/>
              </a:rPr>
              <a:t>Visual Object Tracking</a:t>
            </a:r>
          </a:p>
          <a:p>
            <a:pPr marL="285744" indent="-285744" defTabSz="914377">
              <a:buFont typeface="Wingdings" panose="05000000000000000000" pitchFamily="2" charset="2"/>
              <a:buChar char="v"/>
              <a:defRPr/>
            </a:pPr>
            <a:r>
              <a:rPr lang="en-US" kern="0">
                <a:solidFill>
                  <a:prstClr val="black"/>
                </a:solidFill>
                <a:latin typeface="Times New Roman" panose="02020603050405020304" pitchFamily="18" charset="0"/>
                <a:cs typeface="Times New Roman" panose="02020603050405020304" pitchFamily="18" charset="0"/>
                <a:sym typeface="Arial"/>
              </a:rPr>
              <a:t>LASOT</a:t>
            </a:r>
          </a:p>
          <a:p>
            <a:pPr marL="285744" indent="-285744" defTabSz="914377">
              <a:buFont typeface="Wingdings" panose="05000000000000000000" pitchFamily="2" charset="2"/>
              <a:buChar char="v"/>
              <a:defRPr/>
            </a:pPr>
            <a:r>
              <a:rPr lang="en-US" kern="0" err="1">
                <a:solidFill>
                  <a:prstClr val="black"/>
                </a:solidFill>
                <a:latin typeface="Times New Roman" panose="02020603050405020304" pitchFamily="18" charset="0"/>
                <a:cs typeface="Times New Roman" panose="02020603050405020304" pitchFamily="18" charset="0"/>
                <a:sym typeface="Arial"/>
              </a:rPr>
              <a:t>TrackingNet</a:t>
            </a:r>
            <a:endParaRPr lang="en-US" kern="0">
              <a:solidFill>
                <a:prstClr val="black"/>
              </a:solidFill>
              <a:latin typeface="Times New Roman" panose="02020603050405020304" pitchFamily="18" charset="0"/>
              <a:cs typeface="Times New Roman" panose="02020603050405020304" pitchFamily="18" charset="0"/>
              <a:sym typeface="Arial"/>
            </a:endParaRPr>
          </a:p>
          <a:p>
            <a:pPr marL="285744" indent="-285744" defTabSz="914377">
              <a:buFont typeface="Wingdings" panose="05000000000000000000" pitchFamily="2" charset="2"/>
              <a:buChar char="v"/>
              <a:defRPr/>
            </a:pPr>
            <a:r>
              <a:rPr lang="en-US" kern="0">
                <a:solidFill>
                  <a:prstClr val="black"/>
                </a:solidFill>
                <a:latin typeface="Times New Roman" panose="02020603050405020304" pitchFamily="18" charset="0"/>
                <a:cs typeface="Times New Roman" panose="02020603050405020304" pitchFamily="18" charset="0"/>
                <a:sym typeface="Arial"/>
              </a:rPr>
              <a:t>GOT</a:t>
            </a:r>
          </a:p>
        </p:txBody>
      </p:sp>
    </p:spTree>
    <p:extLst>
      <p:ext uri="{BB962C8B-B14F-4D97-AF65-F5344CB8AC3E}">
        <p14:creationId xmlns:p14="http://schemas.microsoft.com/office/powerpoint/2010/main" val="2137339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97D5-AAAC-F09A-F475-982B5E8725A2}"/>
              </a:ext>
            </a:extLst>
          </p:cNvPr>
          <p:cNvSpPr>
            <a:spLocks noGrp="1"/>
          </p:cNvSpPr>
          <p:nvPr>
            <p:ph type="title"/>
          </p:nvPr>
        </p:nvSpPr>
        <p:spPr>
          <a:xfrm>
            <a:off x="912252" y="542766"/>
            <a:ext cx="9719888" cy="541965"/>
          </a:xfrm>
        </p:spPr>
        <p:txBody>
          <a:bodyPr/>
          <a:lstStyle/>
          <a:p>
            <a:pPr algn="ctr" fontAlgn="base">
              <a:buSzPts val="1400"/>
              <a:buFont typeface="Arial"/>
            </a:pPr>
            <a:r>
              <a:rPr lang="en-IN" sz="4267">
                <a:sym typeface="Arial"/>
              </a:rPr>
              <a:t>Study Objective</a:t>
            </a:r>
          </a:p>
        </p:txBody>
      </p:sp>
      <p:sp>
        <p:nvSpPr>
          <p:cNvPr id="7" name="TextBox 6">
            <a:extLst>
              <a:ext uri="{FF2B5EF4-FFF2-40B4-BE49-F238E27FC236}">
                <a16:creationId xmlns:a16="http://schemas.microsoft.com/office/drawing/2014/main" id="{35275F17-6D6B-2BD1-95F4-16BF317EA34B}"/>
              </a:ext>
            </a:extLst>
          </p:cNvPr>
          <p:cNvSpPr txBox="1"/>
          <p:nvPr/>
        </p:nvSpPr>
        <p:spPr>
          <a:xfrm>
            <a:off x="1290917" y="1371601"/>
            <a:ext cx="9637059" cy="5201424"/>
          </a:xfrm>
          <a:prstGeom prst="rect">
            <a:avLst/>
          </a:prstGeom>
          <a:noFill/>
        </p:spPr>
        <p:txBody>
          <a:bodyPr wrap="square" rtlCol="0">
            <a:spAutoFit/>
          </a:bodyPr>
          <a:lstStyle/>
          <a:p>
            <a:pPr marL="380990" indent="-380990" defTabSz="1219170">
              <a:spcAft>
                <a:spcPts val="800"/>
              </a:spcAft>
              <a:buClr>
                <a:srgbClr val="000000"/>
              </a:buClr>
              <a:buFont typeface="Wingdings" panose="05000000000000000000" pitchFamily="2" charset="2"/>
              <a:buChar char="Ø"/>
            </a:pPr>
            <a:r>
              <a:rPr lang="en-US" sz="2400" b="1" kern="0">
                <a:solidFill>
                  <a:srgbClr val="F3F3F3"/>
                </a:solidFill>
                <a:latin typeface="Rajdhani"/>
                <a:cs typeface="Rajdhani"/>
                <a:sym typeface="Arial"/>
              </a:rPr>
              <a:t>The main purpose of object detection is to identify and locate one or more effective targets from still image or video data.</a:t>
            </a:r>
          </a:p>
          <a:p>
            <a:pPr marL="380990" indent="-380990" defTabSz="1219170">
              <a:spcAft>
                <a:spcPts val="800"/>
              </a:spcAft>
              <a:buClr>
                <a:srgbClr val="000000"/>
              </a:buClr>
              <a:buFont typeface="Wingdings" panose="05000000000000000000" pitchFamily="2" charset="2"/>
              <a:buChar char="Ø"/>
            </a:pPr>
            <a:r>
              <a:rPr lang="en-US" sz="2400" b="1" kern="0">
                <a:solidFill>
                  <a:srgbClr val="F3F3F3"/>
                </a:solidFill>
                <a:latin typeface="Rajdhani"/>
                <a:cs typeface="Rajdhani"/>
                <a:sym typeface="Arial"/>
              </a:rPr>
              <a:t>It comprehensively includes a variety of important techniques, such as </a:t>
            </a:r>
            <a:r>
              <a:rPr lang="en-US" sz="2400" b="1" kern="0">
                <a:solidFill>
                  <a:srgbClr val="CC4125">
                    <a:lumMod val="40000"/>
                    <a:lumOff val="60000"/>
                  </a:srgbClr>
                </a:solidFill>
                <a:latin typeface="Rajdhani"/>
                <a:cs typeface="Rajdhani"/>
                <a:sym typeface="Arial"/>
              </a:rPr>
              <a:t>image processing, pattern recognition, artificial intelligence and machine learning.</a:t>
            </a:r>
          </a:p>
          <a:p>
            <a:pPr marL="380990" indent="-380990" defTabSz="1219170">
              <a:spcAft>
                <a:spcPts val="800"/>
              </a:spcAft>
              <a:buClr>
                <a:srgbClr val="000000"/>
              </a:buClr>
              <a:buFont typeface="Wingdings" panose="05000000000000000000" pitchFamily="2" charset="2"/>
              <a:buChar char="Ø"/>
            </a:pPr>
            <a:r>
              <a:rPr lang="en-US" sz="2400" b="1" kern="0">
                <a:solidFill>
                  <a:srgbClr val="F3F3F3"/>
                </a:solidFill>
                <a:latin typeface="Rajdhani"/>
                <a:cs typeface="Rajdhani"/>
                <a:sym typeface="Arial"/>
              </a:rPr>
              <a:t>It has broad application prospects in such areas such as road traffic accident prevention, warnings of dangerous goods in factories, military restricted area monitoring and advanced human–computer interaction.</a:t>
            </a:r>
          </a:p>
          <a:p>
            <a:pPr marL="380990" indent="-380990" defTabSz="1219170">
              <a:buClr>
                <a:srgbClr val="000000"/>
              </a:buClr>
              <a:buFont typeface="Wingdings" panose="05000000000000000000" pitchFamily="2" charset="2"/>
              <a:buChar char="Ø"/>
            </a:pPr>
            <a:r>
              <a:rPr lang="en-US" sz="2400" b="1" kern="0">
                <a:solidFill>
                  <a:srgbClr val="F3F3F3"/>
                </a:solidFill>
                <a:latin typeface="Rajdhani"/>
                <a:cs typeface="Rajdhani"/>
                <a:sym typeface="Arial"/>
              </a:rPr>
              <a:t>Numerous approaches have been proposed to solve this problem, mainly inspired by methods of </a:t>
            </a:r>
            <a:r>
              <a:rPr lang="en-US" sz="2400" b="1" kern="0">
                <a:solidFill>
                  <a:srgbClr val="CC4125">
                    <a:lumMod val="40000"/>
                    <a:lumOff val="60000"/>
                  </a:srgbClr>
                </a:solidFill>
                <a:latin typeface="Rajdhani"/>
                <a:cs typeface="Rajdhani"/>
                <a:sym typeface="Arial"/>
              </a:rPr>
              <a:t>computer vision and deep learning.</a:t>
            </a:r>
          </a:p>
          <a:p>
            <a:pPr marL="380990" indent="-380990" defTabSz="1219170">
              <a:buClr>
                <a:srgbClr val="000000"/>
              </a:buClr>
              <a:buFont typeface="Wingdings" panose="05000000000000000000" pitchFamily="2" charset="2"/>
              <a:buChar char="Ø"/>
            </a:pPr>
            <a:endParaRPr lang="en-IN" sz="2400" b="1" kern="0">
              <a:solidFill>
                <a:srgbClr val="F3F3F3"/>
              </a:solidFill>
              <a:latin typeface="Rajdhani"/>
              <a:cs typeface="Rajdhani"/>
              <a:sym typeface="Arial"/>
            </a:endParaRPr>
          </a:p>
        </p:txBody>
      </p:sp>
    </p:spTree>
    <p:extLst>
      <p:ext uri="{BB962C8B-B14F-4D97-AF65-F5344CB8AC3E}">
        <p14:creationId xmlns:p14="http://schemas.microsoft.com/office/powerpoint/2010/main" val="1634956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2">
            <a:extLst>
              <a:ext uri="{FF2B5EF4-FFF2-40B4-BE49-F238E27FC236}">
                <a16:creationId xmlns:a16="http://schemas.microsoft.com/office/drawing/2014/main" id="{00BF8982-CD58-ED20-0A53-E651C2DBEA99}"/>
              </a:ext>
            </a:extLst>
          </p:cNvPr>
          <p:cNvSpPr/>
          <p:nvPr/>
        </p:nvSpPr>
        <p:spPr>
          <a:xfrm>
            <a:off x="2156963" y="175633"/>
            <a:ext cx="8346557" cy="68068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1218926">
              <a:buClr>
                <a:srgbClr val="000000"/>
              </a:buClr>
            </a:pPr>
            <a:r>
              <a:rPr lang="en-US" sz="3199" kern="0" dirty="0">
                <a:solidFill>
                  <a:srgbClr val="002060"/>
                </a:solidFill>
                <a:latin typeface="Times New Roman" panose="02020603050405020304" pitchFamily="18" charset="0"/>
                <a:cs typeface="Times New Roman" panose="02020603050405020304" pitchFamily="18" charset="0"/>
                <a:sym typeface="Arial"/>
              </a:rPr>
              <a:t>RESEARCH SCHEDULE</a:t>
            </a:r>
          </a:p>
        </p:txBody>
      </p:sp>
      <p:graphicFrame>
        <p:nvGraphicFramePr>
          <p:cNvPr id="20" name="Group 151">
            <a:extLst>
              <a:ext uri="{FF2B5EF4-FFF2-40B4-BE49-F238E27FC236}">
                <a16:creationId xmlns:a16="http://schemas.microsoft.com/office/drawing/2014/main" id="{CCEEA8D5-FB37-98B9-169E-0769A44967B0}"/>
              </a:ext>
            </a:extLst>
          </p:cNvPr>
          <p:cNvGraphicFramePr>
            <a:graphicFrameLocks noGrp="1"/>
          </p:cNvGraphicFramePr>
          <p:nvPr>
            <p:extLst>
              <p:ext uri="{D42A27DB-BD31-4B8C-83A1-F6EECF244321}">
                <p14:modId xmlns:p14="http://schemas.microsoft.com/office/powerpoint/2010/main" val="4293412579"/>
              </p:ext>
            </p:extLst>
          </p:nvPr>
        </p:nvGraphicFramePr>
        <p:xfrm>
          <a:off x="599273" y="1307903"/>
          <a:ext cx="10734362" cy="4830277"/>
        </p:xfrm>
        <a:graphic>
          <a:graphicData uri="http://schemas.openxmlformats.org/drawingml/2006/table">
            <a:tbl>
              <a:tblPr/>
              <a:tblGrid>
                <a:gridCol w="1798559">
                  <a:extLst>
                    <a:ext uri="{9D8B030D-6E8A-4147-A177-3AD203B41FA5}">
                      <a16:colId xmlns:a16="http://schemas.microsoft.com/office/drawing/2014/main" val="20000"/>
                    </a:ext>
                  </a:extLst>
                </a:gridCol>
                <a:gridCol w="2337454">
                  <a:extLst>
                    <a:ext uri="{9D8B030D-6E8A-4147-A177-3AD203B41FA5}">
                      <a16:colId xmlns:a16="http://schemas.microsoft.com/office/drawing/2014/main" val="5679106"/>
                    </a:ext>
                  </a:extLst>
                </a:gridCol>
                <a:gridCol w="2351314">
                  <a:extLst>
                    <a:ext uri="{9D8B030D-6E8A-4147-A177-3AD203B41FA5}">
                      <a16:colId xmlns:a16="http://schemas.microsoft.com/office/drawing/2014/main" val="968683177"/>
                    </a:ext>
                  </a:extLst>
                </a:gridCol>
                <a:gridCol w="2542032">
                  <a:extLst>
                    <a:ext uri="{9D8B030D-6E8A-4147-A177-3AD203B41FA5}">
                      <a16:colId xmlns:a16="http://schemas.microsoft.com/office/drawing/2014/main" val="2311448744"/>
                    </a:ext>
                  </a:extLst>
                </a:gridCol>
                <a:gridCol w="1705003">
                  <a:extLst>
                    <a:ext uri="{9D8B030D-6E8A-4147-A177-3AD203B41FA5}">
                      <a16:colId xmlns:a16="http://schemas.microsoft.com/office/drawing/2014/main" val="4180739942"/>
                    </a:ext>
                  </a:extLst>
                </a:gridCol>
              </a:tblGrid>
              <a:tr h="501247">
                <a:tc>
                  <a:txBody>
                    <a:bodyPr/>
                    <a:lstStyle/>
                    <a:p>
                      <a:pPr algn="ctr" latinLnBrk="1"/>
                      <a:r>
                        <a:rPr lang="en-US" altLang="ko-KR" sz="2400" dirty="0">
                          <a:solidFill>
                            <a:srgbClr val="FF0000"/>
                          </a:solidFill>
                        </a:rPr>
                        <a:t>TIMELINE</a:t>
                      </a:r>
                      <a:endParaRPr lang="ko-KR" altLang="en-US" sz="2500" dirty="0">
                        <a:solidFill>
                          <a:srgbClr val="FF0000"/>
                        </a:solidFill>
                      </a:endParaRPr>
                    </a:p>
                  </a:txBody>
                  <a:tcPr marL="121904" marR="121904" marT="60952" marB="60952"/>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rPr>
                        <a:t>May</a:t>
                      </a:r>
                      <a:endParaRPr kumimoji="1" lang="ko-KR" altLang="en-US"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endParaRPr>
                    </a:p>
                  </a:txBody>
                  <a:tcPr marL="121893" marR="121893" marT="60949" marB="60949" anchor="ct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045D9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rPr>
                        <a:t>June</a:t>
                      </a:r>
                      <a:endParaRPr kumimoji="1" lang="ko-KR" altLang="en-US"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endParaRPr>
                    </a:p>
                  </a:txBody>
                  <a:tcPr marL="121893" marR="121893" marT="60949" marB="609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45D9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rPr>
                        <a:t>July</a:t>
                      </a:r>
                      <a:endParaRPr kumimoji="1" lang="ko-KR" altLang="en-US"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endParaRPr>
                    </a:p>
                  </a:txBody>
                  <a:tcPr marL="121893" marR="121893" marT="60949" marB="609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45D9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rPr>
                        <a:t>Aug</a:t>
                      </a:r>
                      <a:endParaRPr kumimoji="1" lang="ko-KR" altLang="en-US" sz="1600" b="1" i="0" u="none" strike="noStrike" cap="none" normalizeH="0" baseline="0" dirty="0">
                        <a:ln>
                          <a:noFill/>
                        </a:ln>
                        <a:solidFill>
                          <a:schemeClr val="bg1"/>
                        </a:solidFill>
                        <a:effectLst/>
                        <a:latin typeface="Times New Roman" panose="02020603050405020304" pitchFamily="18" charset="0"/>
                        <a:ea typeface="HY헤드라인M" pitchFamily="18" charset="-127"/>
                        <a:cs typeface="Times New Roman" panose="02020603050405020304" pitchFamily="18" charset="0"/>
                      </a:endParaRPr>
                    </a:p>
                  </a:txBody>
                  <a:tcPr marL="121893" marR="121893" marT="60949" marB="609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045D9D"/>
                    </a:solidFill>
                  </a:tcPr>
                </a:tc>
                <a:extLst>
                  <a:ext uri="{0D108BD9-81ED-4DB2-BD59-A6C34878D82A}">
                    <a16:rowId xmlns:a16="http://schemas.microsoft.com/office/drawing/2014/main" val="10001"/>
                  </a:ext>
                </a:extLst>
              </a:tr>
              <a:tr h="432903">
                <a:tc rowSpan="10">
                  <a:txBody>
                    <a:bodyPr/>
                    <a:lstStyle>
                      <a:defPPr>
                        <a:defRPr lang="ko-KR"/>
                      </a:defPPr>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1" lang="en-US" altLang="ko-KR" sz="1600" b="1" i="0" u="none" strike="noStrike" kern="1200" cap="none" normalizeH="0" baseline="0" dirty="0">
                          <a:ln>
                            <a:noFill/>
                          </a:ln>
                          <a:solidFill>
                            <a:schemeClr val="tx1"/>
                          </a:solidFill>
                          <a:effectLst/>
                          <a:latin typeface="Times New Roman" panose="02020603050405020304" pitchFamily="18" charset="0"/>
                          <a:ea typeface="HY헤드라인M" pitchFamily="18" charset="-127"/>
                          <a:cs typeface="Times New Roman" panose="02020603050405020304" pitchFamily="18" charset="0"/>
                        </a:rPr>
                        <a:t>Task</a:t>
                      </a:r>
                      <a:endParaRPr kumimoji="1" lang="ko-KR" altLang="en-US" sz="1600" b="1" i="0" u="none" strike="noStrike" kern="1200" cap="none" normalizeH="0" baseline="0" dirty="0">
                        <a:ln>
                          <a:noFill/>
                        </a:ln>
                        <a:solidFill>
                          <a:schemeClr val="tx1"/>
                        </a:solidFill>
                        <a:effectLst/>
                        <a:latin typeface="Times New Roman" panose="02020603050405020304" pitchFamily="18" charset="0"/>
                        <a:ea typeface="HY헤드라인M" pitchFamily="18" charset="-127"/>
                        <a:cs typeface="Times New Roman" panose="02020603050405020304" pitchFamily="18" charset="0"/>
                      </a:endParaRPr>
                    </a:p>
                  </a:txBody>
                  <a:tcPr marL="121893" marR="121893" marT="60949" marB="60949"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32903">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32903">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432903">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432903">
                <a:tc vMerge="1">
                  <a:txBody>
                    <a:bodyPr/>
                    <a:lstStyle>
                      <a:defPPr>
                        <a:defRPr lang="ko-KR"/>
                      </a:defPPr>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195263" marR="0" lvl="0" indent="-195263" algn="ctr" defTabSz="914400" rtl="0" eaLnBrk="1" fontAlgn="base" latinLnBrk="1" hangingPunct="1">
                        <a:lnSpc>
                          <a:spcPct val="130000"/>
                        </a:lnSpc>
                        <a:spcBef>
                          <a:spcPct val="20000"/>
                        </a:spcBef>
                        <a:spcAft>
                          <a:spcPct val="0"/>
                        </a:spcAft>
                        <a:buClrTx/>
                        <a:buSzTx/>
                        <a:buFontTx/>
                        <a:buNone/>
                        <a:tabLst/>
                        <a:defRPr/>
                      </a:pPr>
                      <a:endParaRPr kumimoji="1" lang="ko-KR" altLang="en-US" sz="1000" b="0" i="0" u="none" strike="noStrike" cap="none" normalizeH="0" baseline="0">
                        <a:ln>
                          <a:noFill/>
                        </a:ln>
                        <a:solidFill>
                          <a:schemeClr val="tx1"/>
                        </a:solidFill>
                        <a:effectLst/>
                        <a:latin typeface="HY헤드라인M" pitchFamily="18" charset="-127"/>
                        <a:ea typeface="HY헤드라인M" pitchFamily="18" charset="-127"/>
                      </a:endParaRPr>
                    </a:p>
                  </a:txBody>
                  <a:tcPr marL="91432" marR="91432" marT="45718" marB="45718" anchor="ctr" horzOverflow="overflow">
                    <a:lnL w="12700" cap="flat" cmpd="sng" algn="ctr">
                      <a:solidFill>
                        <a:schemeClr val="tx1"/>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432903">
                <a:tc vMerge="1">
                  <a:txBody>
                    <a:bodyPr/>
                    <a:lstStyle/>
                    <a:p>
                      <a:pPr latinLnBrk="1"/>
                      <a:endParaRPr lang="ko-KR" altLang="en-US"/>
                    </a:p>
                  </a:txBody>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432903">
                <a:tc vMerge="1">
                  <a:txBody>
                    <a:bodyPr/>
                    <a:lstStyle/>
                    <a:p>
                      <a:pPr latinLnBrk="1"/>
                      <a:endParaRPr lang="ko-KR" altLang="en-US"/>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4"/>
                  </a:ext>
                </a:extLst>
              </a:tr>
              <a:tr h="432903">
                <a:tc vMerge="1">
                  <a:txBody>
                    <a:bodyPr/>
                    <a:lstStyle/>
                    <a:p>
                      <a:pPr marL="206375" marR="0" lvl="0" indent="-206375" algn="ctr" defTabSz="914400" rtl="0" eaLnBrk="1" fontAlgn="base" latinLnBrk="1" hangingPunct="1">
                        <a:lnSpc>
                          <a:spcPct val="130000"/>
                        </a:lnSpc>
                        <a:spcBef>
                          <a:spcPct val="20000"/>
                        </a:spcBef>
                        <a:spcAft>
                          <a:spcPct val="0"/>
                        </a:spcAft>
                        <a:buClrTx/>
                        <a:buSzTx/>
                        <a:buFontTx/>
                        <a:buNone/>
                        <a:tabLst/>
                      </a:pPr>
                      <a:endParaRPr kumimoji="1" lang="ko-KR" altLang="en-US" sz="1000" b="0" i="0" u="none" strike="noStrike" cap="none" normalizeH="0" baseline="0">
                        <a:ln>
                          <a:noFill/>
                        </a:ln>
                        <a:solidFill>
                          <a:schemeClr val="tx1"/>
                        </a:solidFill>
                        <a:effectLst/>
                        <a:latin typeface="HY헤드라인M" pitchFamily="18" charset="-127"/>
                        <a:ea typeface="HY헤드라인M" pitchFamily="18" charset="-127"/>
                      </a:endParaRPr>
                    </a:p>
                  </a:txBody>
                  <a:tcPr marL="91432" marR="91432" marT="45718" marB="45718" anchor="ctr" horzOverflow="overflow">
                    <a:lnL w="12700" cap="flat" cmpd="sng" algn="ctr">
                      <a:solidFill>
                        <a:schemeClr val="tx1"/>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5"/>
                  </a:ext>
                </a:extLst>
              </a:tr>
              <a:tr h="432903">
                <a:tc vMerge="1">
                  <a:txBody>
                    <a:bodyPr/>
                    <a:lstStyle/>
                    <a:p>
                      <a:pPr marL="206375" marR="0" lvl="0" indent="-206375" algn="ctr" defTabSz="914400" rtl="0" eaLnBrk="1" fontAlgn="base" latinLnBrk="1" hangingPunct="1">
                        <a:lnSpc>
                          <a:spcPct val="130000"/>
                        </a:lnSpc>
                        <a:spcBef>
                          <a:spcPct val="20000"/>
                        </a:spcBef>
                        <a:spcAft>
                          <a:spcPct val="0"/>
                        </a:spcAft>
                        <a:buClrTx/>
                        <a:buSzTx/>
                        <a:buFontTx/>
                        <a:buNone/>
                        <a:tabLst/>
                      </a:pPr>
                      <a:endParaRPr kumimoji="1" lang="ko-KR" altLang="en-US" sz="1000" b="0" i="0" u="none" strike="noStrike" cap="none" normalizeH="0" baseline="0">
                        <a:ln>
                          <a:noFill/>
                        </a:ln>
                        <a:solidFill>
                          <a:schemeClr val="tx1"/>
                        </a:solidFill>
                        <a:effectLst/>
                        <a:latin typeface="HY헤드라인M" pitchFamily="18" charset="-127"/>
                        <a:ea typeface="HY헤드라인M" pitchFamily="18" charset="-127"/>
                      </a:endParaRPr>
                    </a:p>
                  </a:txBody>
                  <a:tcPr marL="91432" marR="91432" marT="45718" marB="45718" anchor="ctr" horzOverflow="overflow">
                    <a:lnL w="12700" cap="flat" cmpd="sng" algn="ctr">
                      <a:solidFill>
                        <a:schemeClr val="tx1"/>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6"/>
                  </a:ext>
                </a:extLst>
              </a:tr>
              <a:tr h="432903">
                <a:tc vMerge="1">
                  <a:txBody>
                    <a:bodyPr/>
                    <a:lstStyle/>
                    <a:p>
                      <a:pPr marL="206375" marR="0" lvl="0" indent="-206375" algn="ctr" defTabSz="914400" rtl="0" eaLnBrk="1" fontAlgn="base" latinLnBrk="1" hangingPunct="1">
                        <a:lnSpc>
                          <a:spcPct val="130000"/>
                        </a:lnSpc>
                        <a:spcBef>
                          <a:spcPct val="20000"/>
                        </a:spcBef>
                        <a:spcAft>
                          <a:spcPct val="0"/>
                        </a:spcAft>
                        <a:buClrTx/>
                        <a:buSzTx/>
                        <a:buFontTx/>
                        <a:buNone/>
                        <a:tabLst/>
                      </a:pPr>
                      <a:endParaRPr kumimoji="1" lang="ko-KR" altLang="en-US" sz="1000" b="0" i="0" u="none" strike="noStrike" cap="none" normalizeH="0" baseline="0">
                        <a:ln>
                          <a:noFill/>
                        </a:ln>
                        <a:solidFill>
                          <a:schemeClr val="tx1"/>
                        </a:solidFill>
                        <a:effectLst/>
                        <a:latin typeface="HY헤드라인M" pitchFamily="18" charset="-127"/>
                        <a:ea typeface="HY헤드라인M" pitchFamily="18" charset="-127"/>
                      </a:endParaRPr>
                    </a:p>
                  </a:txBody>
                  <a:tcPr marL="91432" marR="91432" marT="45718" marB="45718" anchor="ctr" horzOverflow="overflow">
                    <a:lnL w="12700" cap="flat" cmpd="sng" algn="ctr">
                      <a:solidFill>
                        <a:schemeClr val="tx1"/>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1300" b="0" i="0" u="none" strike="noStrike" cap="none" normalizeH="0" baseline="0" dirty="0">
                        <a:ln>
                          <a:noFill/>
                        </a:ln>
                        <a:solidFill>
                          <a:srgbClr val="00FFCC"/>
                        </a:solidFill>
                        <a:effectLst/>
                        <a:latin typeface="HY헤드라인M" pitchFamily="18" charset="-127"/>
                        <a:ea typeface="HY헤드라인M" pitchFamily="18" charset="-127"/>
                      </a:endParaRPr>
                    </a:p>
                  </a:txBody>
                  <a:tcPr marL="121893" marR="121893" marT="60949" marB="60949"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7"/>
                  </a:ext>
                </a:extLst>
              </a:tr>
            </a:tbl>
          </a:graphicData>
        </a:graphic>
      </p:graphicFrame>
      <p:sp>
        <p:nvSpPr>
          <p:cNvPr id="21" name="직사각형 61">
            <a:extLst>
              <a:ext uri="{FF2B5EF4-FFF2-40B4-BE49-F238E27FC236}">
                <a16:creationId xmlns:a16="http://schemas.microsoft.com/office/drawing/2014/main" id="{449FA0FB-66D4-83DA-4882-CEECD256FD01}"/>
              </a:ext>
            </a:extLst>
          </p:cNvPr>
          <p:cNvSpPr>
            <a:spLocks noChangeArrowheads="1"/>
          </p:cNvSpPr>
          <p:nvPr/>
        </p:nvSpPr>
        <p:spPr bwMode="auto">
          <a:xfrm>
            <a:off x="2803654" y="1866462"/>
            <a:ext cx="2025747" cy="322717"/>
          </a:xfrm>
          <a:prstGeom prst="rect">
            <a:avLst/>
          </a:prstGeom>
          <a:noFill/>
          <a:ln w="9525">
            <a:noFill/>
            <a:miter lim="800000"/>
            <a:headEnd/>
            <a:tailEnd/>
          </a:ln>
        </p:spPr>
        <p:txBody>
          <a:bodyPr wrap="square">
            <a:spAutoFit/>
          </a:bodyPr>
          <a:lstStyle/>
          <a:p>
            <a:pPr defTabSz="1218926">
              <a:lnSpc>
                <a:spcPct val="110000"/>
              </a:lnSpc>
              <a:buClr>
                <a:srgbClr val="000000"/>
              </a:buClr>
              <a:defRPr/>
            </a:pPr>
            <a:r>
              <a:rPr lang="en-US" altLang="ko-KR" sz="1467" b="1" kern="0" dirty="0">
                <a:solidFill>
                  <a:sysClr val="windowText" lastClr="000000"/>
                </a:solidFill>
                <a:latin typeface="Times New Roman" panose="02020603050405020304" pitchFamily="18" charset="0"/>
                <a:ea typeface="HY헤드라인M" pitchFamily="18" charset="-127"/>
                <a:cs typeface="Times New Roman" panose="02020603050405020304" pitchFamily="18" charset="0"/>
                <a:sym typeface="Arial"/>
              </a:rPr>
              <a:t>Literature Review</a:t>
            </a:r>
          </a:p>
        </p:txBody>
      </p:sp>
      <p:sp>
        <p:nvSpPr>
          <p:cNvPr id="22" name="Line 1733">
            <a:extLst>
              <a:ext uri="{FF2B5EF4-FFF2-40B4-BE49-F238E27FC236}">
                <a16:creationId xmlns:a16="http://schemas.microsoft.com/office/drawing/2014/main" id="{EB2F85E9-C40D-B06B-920B-FA9D0589C956}"/>
              </a:ext>
            </a:extLst>
          </p:cNvPr>
          <p:cNvSpPr>
            <a:spLocks noChangeShapeType="1"/>
          </p:cNvSpPr>
          <p:nvPr/>
        </p:nvSpPr>
        <p:spPr bwMode="auto">
          <a:xfrm flipV="1">
            <a:off x="2556441" y="2238074"/>
            <a:ext cx="2382354" cy="255"/>
          </a:xfrm>
          <a:prstGeom prst="line">
            <a:avLst/>
          </a:prstGeom>
          <a:noFill/>
          <a:ln w="50800">
            <a:solidFill>
              <a:srgbClr val="000080"/>
            </a:solidFill>
            <a:round/>
            <a:headEnd type="diamond" w="med" len="med"/>
            <a:tailEnd type="triangle" w="med" len="med"/>
          </a:ln>
        </p:spPr>
        <p:txBody>
          <a:bodyPr wrap="square">
            <a:spAutoFit/>
          </a:bodyPr>
          <a:lstStyle/>
          <a:p>
            <a:pPr algn="ctr" defTabSz="1218926">
              <a:buClr>
                <a:srgbClr val="000000"/>
              </a:buClr>
              <a:defRPr/>
            </a:pPr>
            <a:endParaRPr lang="ko-KR" altLang="en-US" sz="1600" kern="0">
              <a:solidFill>
                <a:sysClr val="windowText" lastClr="000000"/>
              </a:solidFill>
              <a:latin typeface="Times New Roman" panose="02020603050405020304" pitchFamily="18" charset="0"/>
              <a:ea typeface="HY헤드라인M" panose="02030600000101010101" pitchFamily="18" charset="-127"/>
              <a:cs typeface="Times New Roman" panose="02020603050405020304" pitchFamily="18" charset="0"/>
              <a:sym typeface="Arial"/>
            </a:endParaRPr>
          </a:p>
        </p:txBody>
      </p:sp>
      <p:sp>
        <p:nvSpPr>
          <p:cNvPr id="40" name="Line 1733">
            <a:extLst>
              <a:ext uri="{FF2B5EF4-FFF2-40B4-BE49-F238E27FC236}">
                <a16:creationId xmlns:a16="http://schemas.microsoft.com/office/drawing/2014/main" id="{EB3CC27B-C41C-6F5F-658A-277D3E0B4F09}"/>
              </a:ext>
            </a:extLst>
          </p:cNvPr>
          <p:cNvSpPr>
            <a:spLocks noChangeShapeType="1"/>
          </p:cNvSpPr>
          <p:nvPr/>
        </p:nvSpPr>
        <p:spPr bwMode="auto">
          <a:xfrm flipV="1">
            <a:off x="4938795" y="3406837"/>
            <a:ext cx="3260934" cy="1"/>
          </a:xfrm>
          <a:prstGeom prst="line">
            <a:avLst/>
          </a:prstGeom>
          <a:noFill/>
          <a:ln w="50800">
            <a:solidFill>
              <a:srgbClr val="000080"/>
            </a:solidFill>
            <a:round/>
            <a:headEnd type="diamond" w="med" len="med"/>
            <a:tailEnd type="triangle" w="med" len="med"/>
          </a:ln>
        </p:spPr>
        <p:txBody>
          <a:bodyPr wrap="square">
            <a:spAutoFit/>
          </a:bodyPr>
          <a:lstStyle/>
          <a:p>
            <a:pPr algn="ctr" defTabSz="1218926">
              <a:buClr>
                <a:srgbClr val="000000"/>
              </a:buClr>
              <a:defRPr/>
            </a:pPr>
            <a:endParaRPr lang="ko-KR" altLang="en-US" sz="1600" kern="0">
              <a:solidFill>
                <a:sysClr val="windowText" lastClr="000000"/>
              </a:solidFill>
              <a:latin typeface="Times New Roman" panose="02020603050405020304" pitchFamily="18" charset="0"/>
              <a:ea typeface="HY헤드라인M" panose="02030600000101010101" pitchFamily="18" charset="-127"/>
              <a:cs typeface="Times New Roman" panose="02020603050405020304" pitchFamily="18" charset="0"/>
              <a:sym typeface="Arial"/>
            </a:endParaRPr>
          </a:p>
        </p:txBody>
      </p:sp>
      <p:sp>
        <p:nvSpPr>
          <p:cNvPr id="41" name="직사각형 61">
            <a:extLst>
              <a:ext uri="{FF2B5EF4-FFF2-40B4-BE49-F238E27FC236}">
                <a16:creationId xmlns:a16="http://schemas.microsoft.com/office/drawing/2014/main" id="{1AE80C5A-ED9C-F62F-4FEC-6F60D1A5C0A0}"/>
              </a:ext>
            </a:extLst>
          </p:cNvPr>
          <p:cNvSpPr>
            <a:spLocks noChangeArrowheads="1"/>
          </p:cNvSpPr>
          <p:nvPr/>
        </p:nvSpPr>
        <p:spPr bwMode="auto">
          <a:xfrm>
            <a:off x="4748365" y="2950409"/>
            <a:ext cx="4000647" cy="322717"/>
          </a:xfrm>
          <a:prstGeom prst="rect">
            <a:avLst/>
          </a:prstGeom>
          <a:noFill/>
          <a:ln w="9525">
            <a:noFill/>
            <a:miter lim="800000"/>
            <a:headEnd/>
            <a:tailEnd/>
          </a:ln>
        </p:spPr>
        <p:txBody>
          <a:bodyPr wrap="square">
            <a:spAutoFit/>
          </a:bodyPr>
          <a:lstStyle/>
          <a:p>
            <a:pPr defTabSz="1218926">
              <a:lnSpc>
                <a:spcPct val="110000"/>
              </a:lnSpc>
              <a:buClr>
                <a:srgbClr val="000000"/>
              </a:buClr>
              <a:defRPr/>
            </a:pPr>
            <a:r>
              <a:rPr lang="en-US" altLang="ko-KR" sz="1467" b="1" kern="0" dirty="0">
                <a:solidFill>
                  <a:sysClr val="windowText" lastClr="000000"/>
                </a:solidFill>
                <a:latin typeface="Times New Roman" panose="02020603050405020304" pitchFamily="18" charset="0"/>
                <a:ea typeface="HY헤드라인M" pitchFamily="18" charset="-127"/>
                <a:cs typeface="Times New Roman" panose="02020603050405020304" pitchFamily="18" charset="0"/>
                <a:sym typeface="Arial"/>
              </a:rPr>
              <a:t>Idea Generation and problem Formulation</a:t>
            </a:r>
          </a:p>
        </p:txBody>
      </p:sp>
      <p:sp>
        <p:nvSpPr>
          <p:cNvPr id="56" name="Line 1733">
            <a:extLst>
              <a:ext uri="{FF2B5EF4-FFF2-40B4-BE49-F238E27FC236}">
                <a16:creationId xmlns:a16="http://schemas.microsoft.com/office/drawing/2014/main" id="{F340CE70-4672-1A3B-2A91-5803A15D3766}"/>
              </a:ext>
            </a:extLst>
          </p:cNvPr>
          <p:cNvSpPr>
            <a:spLocks noChangeShapeType="1"/>
          </p:cNvSpPr>
          <p:nvPr/>
        </p:nvSpPr>
        <p:spPr bwMode="auto">
          <a:xfrm flipV="1">
            <a:off x="5739532" y="4146289"/>
            <a:ext cx="2680240" cy="1"/>
          </a:xfrm>
          <a:prstGeom prst="line">
            <a:avLst/>
          </a:prstGeom>
          <a:noFill/>
          <a:ln w="50800">
            <a:solidFill>
              <a:srgbClr val="000080"/>
            </a:solidFill>
            <a:round/>
            <a:headEnd type="diamond" w="med" len="med"/>
            <a:tailEnd type="triangle" w="med" len="med"/>
          </a:ln>
        </p:spPr>
        <p:txBody>
          <a:bodyPr wrap="square">
            <a:spAutoFit/>
          </a:bodyPr>
          <a:lstStyle/>
          <a:p>
            <a:pPr algn="ctr" defTabSz="1218926">
              <a:buClr>
                <a:srgbClr val="000000"/>
              </a:buClr>
              <a:defRPr/>
            </a:pPr>
            <a:endParaRPr lang="ko-KR" altLang="en-US" sz="1600" kern="0">
              <a:solidFill>
                <a:sysClr val="windowText" lastClr="000000"/>
              </a:solidFill>
              <a:latin typeface="Times New Roman" panose="02020603050405020304" pitchFamily="18" charset="0"/>
              <a:ea typeface="HY헤드라인M" panose="02030600000101010101" pitchFamily="18" charset="-127"/>
              <a:cs typeface="Times New Roman" panose="02020603050405020304" pitchFamily="18" charset="0"/>
              <a:sym typeface="Arial"/>
            </a:endParaRPr>
          </a:p>
        </p:txBody>
      </p:sp>
      <p:sp>
        <p:nvSpPr>
          <p:cNvPr id="57" name="Line 1733">
            <a:extLst>
              <a:ext uri="{FF2B5EF4-FFF2-40B4-BE49-F238E27FC236}">
                <a16:creationId xmlns:a16="http://schemas.microsoft.com/office/drawing/2014/main" id="{4E97386C-ACB9-9593-9271-9D9A480C3AE3}"/>
              </a:ext>
            </a:extLst>
          </p:cNvPr>
          <p:cNvSpPr>
            <a:spLocks noChangeShapeType="1"/>
          </p:cNvSpPr>
          <p:nvPr/>
        </p:nvSpPr>
        <p:spPr bwMode="auto">
          <a:xfrm>
            <a:off x="4136263" y="2707572"/>
            <a:ext cx="2612427" cy="12645"/>
          </a:xfrm>
          <a:prstGeom prst="line">
            <a:avLst/>
          </a:prstGeom>
          <a:noFill/>
          <a:ln w="50800">
            <a:solidFill>
              <a:srgbClr val="000080"/>
            </a:solidFill>
            <a:round/>
            <a:headEnd type="diamond" w="med" len="med"/>
            <a:tailEnd type="triangle" w="med" len="med"/>
          </a:ln>
        </p:spPr>
        <p:txBody>
          <a:bodyPr wrap="square">
            <a:spAutoFit/>
          </a:bodyPr>
          <a:lstStyle/>
          <a:p>
            <a:pPr algn="ctr" defTabSz="1218926">
              <a:buClr>
                <a:srgbClr val="000000"/>
              </a:buClr>
              <a:defRPr/>
            </a:pPr>
            <a:endParaRPr lang="ko-KR" altLang="en-US" sz="1600" kern="0">
              <a:solidFill>
                <a:sysClr val="windowText" lastClr="000000"/>
              </a:solidFill>
              <a:latin typeface="Times New Roman" panose="02020603050405020304" pitchFamily="18" charset="0"/>
              <a:ea typeface="HY헤드라인M" panose="02030600000101010101" pitchFamily="18" charset="-127"/>
              <a:cs typeface="Times New Roman" panose="02020603050405020304" pitchFamily="18" charset="0"/>
              <a:sym typeface="Arial"/>
            </a:endParaRPr>
          </a:p>
        </p:txBody>
      </p:sp>
      <p:sp>
        <p:nvSpPr>
          <p:cNvPr id="58" name="직사각형 61">
            <a:extLst>
              <a:ext uri="{FF2B5EF4-FFF2-40B4-BE49-F238E27FC236}">
                <a16:creationId xmlns:a16="http://schemas.microsoft.com/office/drawing/2014/main" id="{40EE8148-F4EE-7D6E-805B-D7BBE7E5942B}"/>
              </a:ext>
            </a:extLst>
          </p:cNvPr>
          <p:cNvSpPr>
            <a:spLocks noChangeArrowheads="1"/>
          </p:cNvSpPr>
          <p:nvPr/>
        </p:nvSpPr>
        <p:spPr bwMode="auto">
          <a:xfrm>
            <a:off x="4083952" y="2327123"/>
            <a:ext cx="2664737" cy="322717"/>
          </a:xfrm>
          <a:prstGeom prst="rect">
            <a:avLst/>
          </a:prstGeom>
          <a:noFill/>
          <a:ln w="9525">
            <a:noFill/>
            <a:miter lim="800000"/>
            <a:headEnd/>
            <a:tailEnd/>
          </a:ln>
        </p:spPr>
        <p:txBody>
          <a:bodyPr wrap="square">
            <a:spAutoFit/>
          </a:bodyPr>
          <a:lstStyle/>
          <a:p>
            <a:pPr defTabSz="1218926">
              <a:lnSpc>
                <a:spcPct val="110000"/>
              </a:lnSpc>
              <a:buClr>
                <a:srgbClr val="000000"/>
              </a:buClr>
              <a:defRPr/>
            </a:pPr>
            <a:r>
              <a:rPr lang="en-US" altLang="ko-KR" sz="1467" b="1" kern="0" dirty="0">
                <a:solidFill>
                  <a:sysClr val="windowText" lastClr="000000"/>
                </a:solidFill>
                <a:latin typeface="Times New Roman" panose="02020603050405020304" pitchFamily="18" charset="0"/>
                <a:ea typeface="HY헤드라인M" pitchFamily="18" charset="-127"/>
                <a:cs typeface="Times New Roman" panose="02020603050405020304" pitchFamily="18" charset="0"/>
                <a:sym typeface="Arial"/>
              </a:rPr>
              <a:t>Regeneration Existing Work</a:t>
            </a:r>
          </a:p>
        </p:txBody>
      </p:sp>
      <p:sp>
        <p:nvSpPr>
          <p:cNvPr id="59" name="Line 1733">
            <a:extLst>
              <a:ext uri="{FF2B5EF4-FFF2-40B4-BE49-F238E27FC236}">
                <a16:creationId xmlns:a16="http://schemas.microsoft.com/office/drawing/2014/main" id="{D913C4A5-414E-7B20-2EE5-FA4F19F5D25B}"/>
              </a:ext>
            </a:extLst>
          </p:cNvPr>
          <p:cNvSpPr>
            <a:spLocks noChangeShapeType="1"/>
          </p:cNvSpPr>
          <p:nvPr/>
        </p:nvSpPr>
        <p:spPr bwMode="auto">
          <a:xfrm flipV="1">
            <a:off x="7190572" y="4896268"/>
            <a:ext cx="2465250" cy="5"/>
          </a:xfrm>
          <a:prstGeom prst="line">
            <a:avLst/>
          </a:prstGeom>
          <a:noFill/>
          <a:ln w="50800">
            <a:solidFill>
              <a:srgbClr val="000080"/>
            </a:solidFill>
            <a:round/>
            <a:headEnd type="diamond" w="med" len="med"/>
            <a:tailEnd type="triangle" w="med" len="med"/>
          </a:ln>
        </p:spPr>
        <p:txBody>
          <a:bodyPr wrap="square">
            <a:spAutoFit/>
          </a:bodyPr>
          <a:lstStyle/>
          <a:p>
            <a:pPr algn="ctr" defTabSz="1218926">
              <a:buClr>
                <a:srgbClr val="000000"/>
              </a:buClr>
              <a:defRPr/>
            </a:pPr>
            <a:endParaRPr lang="ko-KR" altLang="en-US" sz="1600" kern="0">
              <a:solidFill>
                <a:sysClr val="windowText" lastClr="000000"/>
              </a:solidFill>
              <a:latin typeface="Times New Roman" panose="02020603050405020304" pitchFamily="18" charset="0"/>
              <a:ea typeface="HY헤드라인M" panose="02030600000101010101" pitchFamily="18" charset="-127"/>
              <a:cs typeface="Times New Roman" panose="02020603050405020304" pitchFamily="18" charset="0"/>
              <a:sym typeface="Arial"/>
            </a:endParaRPr>
          </a:p>
        </p:txBody>
      </p:sp>
      <p:sp>
        <p:nvSpPr>
          <p:cNvPr id="60" name="직사각형 61">
            <a:extLst>
              <a:ext uri="{FF2B5EF4-FFF2-40B4-BE49-F238E27FC236}">
                <a16:creationId xmlns:a16="http://schemas.microsoft.com/office/drawing/2014/main" id="{BF8CBD3E-71E5-CB77-D421-A9A55ECCA4FF}"/>
              </a:ext>
            </a:extLst>
          </p:cNvPr>
          <p:cNvSpPr>
            <a:spLocks noChangeArrowheads="1"/>
          </p:cNvSpPr>
          <p:nvPr/>
        </p:nvSpPr>
        <p:spPr bwMode="auto">
          <a:xfrm>
            <a:off x="5924763" y="3698919"/>
            <a:ext cx="2465248" cy="322717"/>
          </a:xfrm>
          <a:prstGeom prst="rect">
            <a:avLst/>
          </a:prstGeom>
          <a:noFill/>
          <a:ln w="9525">
            <a:noFill/>
            <a:miter lim="800000"/>
            <a:headEnd/>
            <a:tailEnd/>
          </a:ln>
        </p:spPr>
        <p:txBody>
          <a:bodyPr wrap="square">
            <a:spAutoFit/>
          </a:bodyPr>
          <a:lstStyle/>
          <a:p>
            <a:pPr defTabSz="1218926">
              <a:lnSpc>
                <a:spcPct val="110000"/>
              </a:lnSpc>
              <a:buClr>
                <a:srgbClr val="000000"/>
              </a:buClr>
              <a:defRPr/>
            </a:pPr>
            <a:r>
              <a:rPr lang="en-US" altLang="ko-KR" sz="1467" b="1" kern="0" dirty="0">
                <a:solidFill>
                  <a:sysClr val="windowText" lastClr="000000"/>
                </a:solidFill>
                <a:latin typeface="Times New Roman" panose="02020603050405020304" pitchFamily="18" charset="0"/>
                <a:ea typeface="HY헤드라인M" pitchFamily="18" charset="-127"/>
                <a:cs typeface="Times New Roman" panose="02020603050405020304" pitchFamily="18" charset="0"/>
                <a:sym typeface="Arial"/>
              </a:rPr>
              <a:t>Implementation (Coding)</a:t>
            </a:r>
          </a:p>
        </p:txBody>
      </p:sp>
      <p:sp>
        <p:nvSpPr>
          <p:cNvPr id="61" name="직사각형 61">
            <a:extLst>
              <a:ext uri="{FF2B5EF4-FFF2-40B4-BE49-F238E27FC236}">
                <a16:creationId xmlns:a16="http://schemas.microsoft.com/office/drawing/2014/main" id="{7DF9D796-3359-6B6A-2CCC-33605CA43F3B}"/>
              </a:ext>
            </a:extLst>
          </p:cNvPr>
          <p:cNvSpPr>
            <a:spLocks noChangeArrowheads="1"/>
          </p:cNvSpPr>
          <p:nvPr/>
        </p:nvSpPr>
        <p:spPr bwMode="auto">
          <a:xfrm>
            <a:off x="7417267" y="4514573"/>
            <a:ext cx="2465248" cy="322717"/>
          </a:xfrm>
          <a:prstGeom prst="rect">
            <a:avLst/>
          </a:prstGeom>
          <a:noFill/>
          <a:ln w="9525">
            <a:noFill/>
            <a:miter lim="800000"/>
            <a:headEnd/>
            <a:tailEnd/>
          </a:ln>
        </p:spPr>
        <p:txBody>
          <a:bodyPr wrap="square">
            <a:spAutoFit/>
          </a:bodyPr>
          <a:lstStyle/>
          <a:p>
            <a:pPr defTabSz="1218926">
              <a:lnSpc>
                <a:spcPct val="110000"/>
              </a:lnSpc>
              <a:buClr>
                <a:srgbClr val="000000"/>
              </a:buClr>
              <a:defRPr/>
            </a:pPr>
            <a:r>
              <a:rPr lang="en-US" altLang="ko-KR" sz="1467" b="1" kern="0" dirty="0">
                <a:solidFill>
                  <a:sysClr val="windowText" lastClr="000000"/>
                </a:solidFill>
                <a:latin typeface="Times New Roman" panose="02020603050405020304" pitchFamily="18" charset="0"/>
                <a:ea typeface="HY헤드라인M" pitchFamily="18" charset="-127"/>
                <a:cs typeface="Times New Roman" panose="02020603050405020304" pitchFamily="18" charset="0"/>
                <a:sym typeface="Arial"/>
              </a:rPr>
              <a:t>Experimental Evaluation </a:t>
            </a:r>
          </a:p>
        </p:txBody>
      </p:sp>
      <p:sp>
        <p:nvSpPr>
          <p:cNvPr id="62" name="Line 1733">
            <a:extLst>
              <a:ext uri="{FF2B5EF4-FFF2-40B4-BE49-F238E27FC236}">
                <a16:creationId xmlns:a16="http://schemas.microsoft.com/office/drawing/2014/main" id="{3364FD8C-E816-96D3-BDB4-B77AE0226B17}"/>
              </a:ext>
            </a:extLst>
          </p:cNvPr>
          <p:cNvSpPr>
            <a:spLocks noChangeShapeType="1"/>
          </p:cNvSpPr>
          <p:nvPr/>
        </p:nvSpPr>
        <p:spPr bwMode="auto">
          <a:xfrm flipV="1">
            <a:off x="7190570" y="5523416"/>
            <a:ext cx="3616489" cy="5"/>
          </a:xfrm>
          <a:prstGeom prst="line">
            <a:avLst/>
          </a:prstGeom>
          <a:noFill/>
          <a:ln w="50800">
            <a:solidFill>
              <a:srgbClr val="000080"/>
            </a:solidFill>
            <a:round/>
            <a:headEnd type="diamond" w="med" len="med"/>
            <a:tailEnd type="triangle" w="med" len="med"/>
          </a:ln>
        </p:spPr>
        <p:txBody>
          <a:bodyPr wrap="square">
            <a:spAutoFit/>
          </a:bodyPr>
          <a:lstStyle/>
          <a:p>
            <a:pPr algn="ctr" defTabSz="1218926">
              <a:buClr>
                <a:srgbClr val="000000"/>
              </a:buClr>
              <a:defRPr/>
            </a:pPr>
            <a:endParaRPr lang="ko-KR" altLang="en-US" sz="1600" kern="0">
              <a:solidFill>
                <a:sysClr val="windowText" lastClr="000000"/>
              </a:solidFill>
              <a:latin typeface="Times New Roman" panose="02020603050405020304" pitchFamily="18" charset="0"/>
              <a:ea typeface="HY헤드라인M" panose="02030600000101010101" pitchFamily="18" charset="-127"/>
              <a:cs typeface="Times New Roman" panose="02020603050405020304" pitchFamily="18" charset="0"/>
              <a:sym typeface="Arial"/>
            </a:endParaRPr>
          </a:p>
        </p:txBody>
      </p:sp>
      <p:sp>
        <p:nvSpPr>
          <p:cNvPr id="63" name="직사각형 61">
            <a:extLst>
              <a:ext uri="{FF2B5EF4-FFF2-40B4-BE49-F238E27FC236}">
                <a16:creationId xmlns:a16="http://schemas.microsoft.com/office/drawing/2014/main" id="{ABC81251-972E-ED7D-9539-A59604AE4DBB}"/>
              </a:ext>
            </a:extLst>
          </p:cNvPr>
          <p:cNvSpPr>
            <a:spLocks noChangeArrowheads="1"/>
          </p:cNvSpPr>
          <p:nvPr/>
        </p:nvSpPr>
        <p:spPr bwMode="auto">
          <a:xfrm>
            <a:off x="8141957" y="5096445"/>
            <a:ext cx="2465248" cy="322717"/>
          </a:xfrm>
          <a:prstGeom prst="rect">
            <a:avLst/>
          </a:prstGeom>
          <a:noFill/>
          <a:ln w="9525">
            <a:noFill/>
            <a:miter lim="800000"/>
            <a:headEnd/>
            <a:tailEnd/>
          </a:ln>
        </p:spPr>
        <p:txBody>
          <a:bodyPr wrap="square">
            <a:spAutoFit/>
          </a:bodyPr>
          <a:lstStyle/>
          <a:p>
            <a:pPr defTabSz="1218926">
              <a:lnSpc>
                <a:spcPct val="110000"/>
              </a:lnSpc>
              <a:buClr>
                <a:srgbClr val="000000"/>
              </a:buClr>
              <a:defRPr/>
            </a:pPr>
            <a:r>
              <a:rPr lang="en-US" altLang="ko-KR" sz="1467" b="1" kern="0" dirty="0">
                <a:solidFill>
                  <a:sysClr val="windowText" lastClr="000000"/>
                </a:solidFill>
                <a:latin typeface="Times New Roman" panose="02020603050405020304" pitchFamily="18" charset="0"/>
                <a:ea typeface="HY헤드라인M" pitchFamily="18" charset="-127"/>
                <a:cs typeface="Times New Roman" panose="02020603050405020304" pitchFamily="18" charset="0"/>
                <a:sym typeface="Arial"/>
              </a:rPr>
              <a:t>Paper Writing</a:t>
            </a:r>
          </a:p>
        </p:txBody>
      </p:sp>
    </p:spTree>
    <p:extLst>
      <p:ext uri="{BB962C8B-B14F-4D97-AF65-F5344CB8AC3E}">
        <p14:creationId xmlns:p14="http://schemas.microsoft.com/office/powerpoint/2010/main" val="2319809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98">
          <a:extLst>
            <a:ext uri="{FF2B5EF4-FFF2-40B4-BE49-F238E27FC236}">
              <a16:creationId xmlns:a16="http://schemas.microsoft.com/office/drawing/2014/main" id="{059A143A-5151-ED39-2E98-C6BD7A8AD7B2}"/>
            </a:ext>
          </a:extLst>
        </p:cNvPr>
        <p:cNvGrpSpPr/>
        <p:nvPr/>
      </p:nvGrpSpPr>
      <p:grpSpPr>
        <a:xfrm>
          <a:off x="0" y="0"/>
          <a:ext cx="0" cy="0"/>
          <a:chOff x="0" y="0"/>
          <a:chExt cx="0" cy="0"/>
        </a:xfrm>
      </p:grpSpPr>
      <p:sp>
        <p:nvSpPr>
          <p:cNvPr id="1800" name="Google Shape;1800;p48">
            <a:extLst>
              <a:ext uri="{FF2B5EF4-FFF2-40B4-BE49-F238E27FC236}">
                <a16:creationId xmlns:a16="http://schemas.microsoft.com/office/drawing/2014/main" id="{9BAF5977-3923-E4CE-8090-3D9EA736B1A8}"/>
              </a:ext>
            </a:extLst>
          </p:cNvPr>
          <p:cNvSpPr txBox="1">
            <a:spLocks noGrp="1"/>
          </p:cNvSpPr>
          <p:nvPr>
            <p:ph type="title"/>
          </p:nvPr>
        </p:nvSpPr>
        <p:spPr>
          <a:xfrm>
            <a:off x="960000" y="292961"/>
            <a:ext cx="10272000" cy="763600"/>
          </a:xfrm>
          <a:prstGeom prst="rect">
            <a:avLst/>
          </a:prstGeom>
        </p:spPr>
        <p:txBody>
          <a:bodyPr spcFirstLastPara="1" wrap="square" lIns="121900" tIns="121900" rIns="121900" bIns="121900" anchor="t" anchorCtr="0">
            <a:noAutofit/>
          </a:bodyPr>
          <a:lstStyle/>
          <a:p>
            <a:r>
              <a:rPr lang="en" dirty="0">
                <a:latin typeface="Times New Roman" panose="02020603050405020304" pitchFamily="18" charset="0"/>
                <a:cs typeface="Times New Roman" panose="02020603050405020304" pitchFamily="18" charset="0"/>
              </a:rPr>
              <a:t>Status of Papers</a:t>
            </a:r>
            <a:endParaRPr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B837FF7E-5DD3-ED1D-5086-3ADA074EEEC9}"/>
              </a:ext>
            </a:extLst>
          </p:cNvPr>
          <p:cNvSpPr>
            <a:spLocks noChangeArrowheads="1"/>
          </p:cNvSpPr>
          <p:nvPr/>
        </p:nvSpPr>
        <p:spPr bwMode="auto">
          <a:xfrm>
            <a:off x="4059238" y="121353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3" name="Rectangle 6">
            <a:extLst>
              <a:ext uri="{FF2B5EF4-FFF2-40B4-BE49-F238E27FC236}">
                <a16:creationId xmlns:a16="http://schemas.microsoft.com/office/drawing/2014/main" id="{F505C656-C2D1-4CE0-2EDE-88C9D0D41774}"/>
              </a:ext>
            </a:extLst>
          </p:cNvPr>
          <p:cNvSpPr>
            <a:spLocks noChangeArrowheads="1"/>
          </p:cNvSpPr>
          <p:nvPr/>
        </p:nvSpPr>
        <p:spPr bwMode="auto">
          <a:xfrm>
            <a:off x="3454337" y="169367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8AECB569-63BF-0073-A2BF-1EBBA8361C2F}"/>
              </a:ext>
            </a:extLst>
          </p:cNvPr>
          <p:cNvGraphicFramePr>
            <a:graphicFrameLocks noGrp="1"/>
          </p:cNvGraphicFramePr>
          <p:nvPr>
            <p:extLst>
              <p:ext uri="{D42A27DB-BD31-4B8C-83A1-F6EECF244321}">
                <p14:modId xmlns:p14="http://schemas.microsoft.com/office/powerpoint/2010/main" val="3108364736"/>
              </p:ext>
            </p:extLst>
          </p:nvPr>
        </p:nvGraphicFramePr>
        <p:xfrm>
          <a:off x="192024" y="1213535"/>
          <a:ext cx="11731752" cy="2972236"/>
        </p:xfrm>
        <a:graphic>
          <a:graphicData uri="http://schemas.openxmlformats.org/drawingml/2006/table">
            <a:tbl>
              <a:tblPr firstRow="1" bandRow="1">
                <a:tableStyleId>{08FB837D-C827-4EFA-A057-4D05807E0F7C}</a:tableStyleId>
              </a:tblPr>
              <a:tblGrid>
                <a:gridCol w="869555">
                  <a:extLst>
                    <a:ext uri="{9D8B030D-6E8A-4147-A177-3AD203B41FA5}">
                      <a16:colId xmlns:a16="http://schemas.microsoft.com/office/drawing/2014/main" val="1056988145"/>
                    </a:ext>
                  </a:extLst>
                </a:gridCol>
                <a:gridCol w="1853789">
                  <a:extLst>
                    <a:ext uri="{9D8B030D-6E8A-4147-A177-3AD203B41FA5}">
                      <a16:colId xmlns:a16="http://schemas.microsoft.com/office/drawing/2014/main" val="1793930707"/>
                    </a:ext>
                  </a:extLst>
                </a:gridCol>
                <a:gridCol w="5862872">
                  <a:extLst>
                    <a:ext uri="{9D8B030D-6E8A-4147-A177-3AD203B41FA5}">
                      <a16:colId xmlns:a16="http://schemas.microsoft.com/office/drawing/2014/main" val="3008920773"/>
                    </a:ext>
                  </a:extLst>
                </a:gridCol>
                <a:gridCol w="1764792">
                  <a:extLst>
                    <a:ext uri="{9D8B030D-6E8A-4147-A177-3AD203B41FA5}">
                      <a16:colId xmlns:a16="http://schemas.microsoft.com/office/drawing/2014/main" val="1813849200"/>
                    </a:ext>
                  </a:extLst>
                </a:gridCol>
                <a:gridCol w="1380744">
                  <a:extLst>
                    <a:ext uri="{9D8B030D-6E8A-4147-A177-3AD203B41FA5}">
                      <a16:colId xmlns:a16="http://schemas.microsoft.com/office/drawing/2014/main" val="2201762974"/>
                    </a:ext>
                  </a:extLst>
                </a:gridCol>
              </a:tblGrid>
              <a:tr h="513008">
                <a:tc>
                  <a:txBody>
                    <a:bodyPr/>
                    <a:lstStyle/>
                    <a:p>
                      <a:pPr algn="ctr"/>
                      <a:r>
                        <a:rPr lang="en-US" dirty="0" err="1">
                          <a:solidFill>
                            <a:schemeClr val="tx2"/>
                          </a:solidFill>
                          <a:latin typeface="Times New Roman" panose="02020603050405020304" pitchFamily="18" charset="0"/>
                          <a:cs typeface="Times New Roman" panose="02020603050405020304" pitchFamily="18" charset="0"/>
                        </a:rPr>
                        <a:t>S.No</a:t>
                      </a:r>
                      <a:endParaRPr lang="en-US"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US" dirty="0">
                          <a:solidFill>
                            <a:schemeClr val="tx2"/>
                          </a:solidFill>
                          <a:latin typeface="Times New Roman" panose="02020603050405020304" pitchFamily="18" charset="0"/>
                          <a:cs typeface="Times New Roman" panose="02020603050405020304" pitchFamily="18" charset="0"/>
                        </a:rPr>
                        <a:t>Authors</a:t>
                      </a:r>
                    </a:p>
                  </a:txBody>
                  <a:tcPr/>
                </a:tc>
                <a:tc>
                  <a:txBody>
                    <a:bodyPr/>
                    <a:lstStyle/>
                    <a:p>
                      <a:pPr algn="ctr"/>
                      <a:r>
                        <a:rPr lang="en-US" dirty="0">
                          <a:solidFill>
                            <a:schemeClr val="tx2"/>
                          </a:solidFill>
                          <a:latin typeface="Times New Roman" panose="02020603050405020304" pitchFamily="18" charset="0"/>
                          <a:cs typeface="Times New Roman" panose="02020603050405020304" pitchFamily="18" charset="0"/>
                        </a:rPr>
                        <a:t>Paper Title</a:t>
                      </a:r>
                    </a:p>
                  </a:txBody>
                  <a:tcPr/>
                </a:tc>
                <a:tc>
                  <a:txBody>
                    <a:bodyPr/>
                    <a:lstStyle/>
                    <a:p>
                      <a:pPr algn="ctr"/>
                      <a:r>
                        <a:rPr lang="en-US" dirty="0">
                          <a:solidFill>
                            <a:schemeClr val="tx2"/>
                          </a:solidFill>
                          <a:latin typeface="Times New Roman" panose="02020603050405020304" pitchFamily="18" charset="0"/>
                          <a:cs typeface="Times New Roman" panose="02020603050405020304" pitchFamily="18" charset="0"/>
                        </a:rPr>
                        <a:t>Journal</a:t>
                      </a:r>
                    </a:p>
                  </a:txBody>
                  <a:tcPr/>
                </a:tc>
                <a:tc>
                  <a:txBody>
                    <a:bodyPr/>
                    <a:lstStyle/>
                    <a:p>
                      <a:pPr algn="ctr"/>
                      <a:r>
                        <a:rPr lang="en-US" dirty="0">
                          <a:solidFill>
                            <a:schemeClr val="tx2"/>
                          </a:solidFill>
                          <a:latin typeface="Times New Roman" panose="02020603050405020304" pitchFamily="18" charset="0"/>
                          <a:cs typeface="Times New Roman" panose="02020603050405020304" pitchFamily="18" charset="0"/>
                        </a:rPr>
                        <a:t>Status</a:t>
                      </a:r>
                    </a:p>
                  </a:txBody>
                  <a:tcPr/>
                </a:tc>
                <a:extLst>
                  <a:ext uri="{0D108BD9-81ED-4DB2-BD59-A6C34878D82A}">
                    <a16:rowId xmlns:a16="http://schemas.microsoft.com/office/drawing/2014/main" val="2694848258"/>
                  </a:ext>
                </a:extLst>
              </a:tr>
              <a:tr h="613463">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Sachin Sakthi K S, Jae Hoon Jeong, Woo Young Cho.</a:t>
                      </a:r>
                    </a:p>
                  </a:txBody>
                  <a:tcPr/>
                </a:tc>
                <a:tc>
                  <a:txBody>
                    <a:bodyPr/>
                    <a:lstStyle/>
                    <a:p>
                      <a:r>
                        <a:rPr lang="en-US" dirty="0">
                          <a:latin typeface="Times New Roman" panose="02020603050405020304" pitchFamily="18" charset="0"/>
                          <a:cs typeface="Times New Roman" panose="02020603050405020304" pitchFamily="18" charset="0"/>
                        </a:rPr>
                        <a:t>Transformer-Augmented Dual-Branch Siamese Network with Adaptive Template Updating for Quality-Aware Visual Object Tracking</a:t>
                      </a:r>
                    </a:p>
                  </a:txBody>
                  <a:tcPr/>
                </a:tc>
                <a:tc>
                  <a:txBody>
                    <a:bodyPr/>
                    <a:lstStyle/>
                    <a:p>
                      <a:r>
                        <a:rPr lang="en-US" dirty="0">
                          <a:latin typeface="Times New Roman" panose="02020603050405020304" pitchFamily="18" charset="0"/>
                          <a:cs typeface="Times New Roman" panose="02020603050405020304" pitchFamily="18" charset="0"/>
                        </a:rPr>
                        <a:t>Multimedia Systems</a:t>
                      </a:r>
                    </a:p>
                  </a:txBody>
                  <a:tcPr/>
                </a:tc>
                <a:tc>
                  <a:txBody>
                    <a:bodyPr/>
                    <a:lstStyle/>
                    <a:p>
                      <a:r>
                        <a:rPr lang="en-US" dirty="0">
                          <a:latin typeface="Times New Roman" panose="02020603050405020304" pitchFamily="18" charset="0"/>
                          <a:cs typeface="Times New Roman" panose="02020603050405020304" pitchFamily="18" charset="0"/>
                        </a:rPr>
                        <a:t>Under Review</a:t>
                      </a:r>
                    </a:p>
                  </a:txBody>
                  <a:tcPr/>
                </a:tc>
                <a:extLst>
                  <a:ext uri="{0D108BD9-81ED-4DB2-BD59-A6C34878D82A}">
                    <a16:rowId xmlns:a16="http://schemas.microsoft.com/office/drawing/2014/main" val="1067921096"/>
                  </a:ext>
                </a:extLst>
              </a:tr>
              <a:tr h="613463">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Sachin Sakthi K S, Jae Hoon Jeong, Woo Young Cho.</a:t>
                      </a:r>
                    </a:p>
                  </a:txBody>
                  <a:tcPr/>
                </a:tc>
                <a:tc>
                  <a:txBody>
                    <a:bodyPr/>
                    <a:lstStyle/>
                    <a:p>
                      <a:r>
                        <a:rPr lang="en-US" dirty="0" err="1">
                          <a:latin typeface="Times New Roman" panose="02020603050405020304" pitchFamily="18" charset="0"/>
                          <a:cs typeface="Times New Roman" panose="02020603050405020304" pitchFamily="18" charset="0"/>
                        </a:rPr>
                        <a:t>DynaTrack</a:t>
                      </a:r>
                      <a:r>
                        <a:rPr lang="en-US" dirty="0">
                          <a:latin typeface="Times New Roman" panose="02020603050405020304" pitchFamily="18" charset="0"/>
                          <a:cs typeface="Times New Roman" panose="02020603050405020304" pitchFamily="18" charset="0"/>
                        </a:rPr>
                        <a:t>: Dynamic Memory-Augmented Transformer</a:t>
                      </a:r>
                    </a:p>
                    <a:p>
                      <a:r>
                        <a:rPr lang="en-US" dirty="0">
                          <a:latin typeface="Times New Roman" panose="02020603050405020304" pitchFamily="18" charset="0"/>
                          <a:cs typeface="Times New Roman" panose="02020603050405020304" pitchFamily="18" charset="0"/>
                        </a:rPr>
                        <a:t>for Robust Single Object Tracking</a:t>
                      </a:r>
                    </a:p>
                  </a:txBody>
                  <a:tcPr/>
                </a:tc>
                <a:tc>
                  <a:txBody>
                    <a:bodyPr/>
                    <a:lstStyle/>
                    <a:p>
                      <a:r>
                        <a:rPr lang="en-US" dirty="0">
                          <a:latin typeface="Times New Roman" panose="02020603050405020304" pitchFamily="18" charset="0"/>
                          <a:cs typeface="Times New Roman" panose="02020603050405020304" pitchFamily="18" charset="0"/>
                        </a:rPr>
                        <a:t>Information Fusion</a:t>
                      </a:r>
                    </a:p>
                  </a:txBody>
                  <a:tcPr/>
                </a:tc>
                <a:tc>
                  <a:txBody>
                    <a:bodyPr/>
                    <a:lstStyle/>
                    <a:p>
                      <a:r>
                        <a:rPr lang="en-US"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283878170"/>
                  </a:ext>
                </a:extLst>
              </a:tr>
            </a:tbl>
          </a:graphicData>
        </a:graphic>
      </p:graphicFrame>
    </p:spTree>
    <p:extLst>
      <p:ext uri="{BB962C8B-B14F-4D97-AF65-F5344CB8AC3E}">
        <p14:creationId xmlns:p14="http://schemas.microsoft.com/office/powerpoint/2010/main" val="620214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98"/>
        <p:cNvGrpSpPr/>
        <p:nvPr/>
      </p:nvGrpSpPr>
      <p:grpSpPr>
        <a:xfrm>
          <a:off x="0" y="0"/>
          <a:ext cx="0" cy="0"/>
          <a:chOff x="0" y="0"/>
          <a:chExt cx="0" cy="0"/>
        </a:xfrm>
      </p:grpSpPr>
      <p:sp>
        <p:nvSpPr>
          <p:cNvPr id="1799" name="Google Shape;1799;p48"/>
          <p:cNvSpPr txBox="1">
            <a:spLocks noGrp="1"/>
          </p:cNvSpPr>
          <p:nvPr>
            <p:ph type="body" idx="1"/>
          </p:nvPr>
        </p:nvSpPr>
        <p:spPr>
          <a:xfrm>
            <a:off x="1012250" y="1151400"/>
            <a:ext cx="9455452" cy="5345195"/>
          </a:xfrm>
          <a:prstGeom prst="rect">
            <a:avLst/>
          </a:prstGeom>
          <a:noFill/>
        </p:spPr>
        <p:txBody>
          <a:bodyPr spcFirstLastPara="1" wrap="square" lIns="121900" tIns="121900" rIns="121900" bIns="121900" anchor="t" anchorCtr="0">
            <a:noAutofit/>
          </a:bodyPr>
          <a:lstStyle/>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Yang, K., Li, Q., Tian, C., Zhang, H., Shi, A., &amp; Li, J. (2024). </a:t>
            </a:r>
            <a:r>
              <a:rPr lang="en-US" altLang="ko-KR" sz="1600" dirty="0" err="1">
                <a:latin typeface="Times New Roman" panose="02020603050405020304" pitchFamily="18" charset="0"/>
                <a:cs typeface="Times New Roman" panose="02020603050405020304" pitchFamily="18" charset="0"/>
              </a:rPr>
              <a:t>DeforT</a:t>
            </a:r>
            <a:r>
              <a:rPr lang="en-US" altLang="ko-KR" sz="1600" dirty="0">
                <a:latin typeface="Times New Roman" panose="02020603050405020304" pitchFamily="18" charset="0"/>
                <a:cs typeface="Times New Roman" panose="02020603050405020304" pitchFamily="18" charset="0"/>
              </a:rPr>
              <a:t>: Deformable transformer for visual tracking. Neural Networks, 176, 106380.</a:t>
            </a:r>
          </a:p>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Gao, R., &amp; Wang, L. (2023). MeMOTR: Long-term memory-augmented transformer for multi-object tracking. In Proceedings of the IEEE/CVF International Conference on Computer Vision (pp. 9901-9910).</a:t>
            </a:r>
          </a:p>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Chen, X., Yan, B., Zhu, J., Wang, D., Yang, X., &amp; Lu, H. (2021). Transformer tracking. In Proceedings of the IEEE/CVF conference on computer vision and pattern recognition (pp. 8126-8135).</a:t>
            </a:r>
          </a:p>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Lin, L., Fan, H., Zhang, Z., Xu, Y., &amp; Ling, H. (2022). </a:t>
            </a:r>
            <a:r>
              <a:rPr lang="en-US" altLang="ko-KR" sz="1600" dirty="0" err="1">
                <a:latin typeface="Times New Roman" panose="02020603050405020304" pitchFamily="18" charset="0"/>
                <a:cs typeface="Times New Roman" panose="02020603050405020304" pitchFamily="18" charset="0"/>
              </a:rPr>
              <a:t>Swintrack</a:t>
            </a:r>
            <a:r>
              <a:rPr lang="en-US" altLang="ko-KR" sz="1600" dirty="0">
                <a:latin typeface="Times New Roman" panose="02020603050405020304" pitchFamily="18" charset="0"/>
                <a:cs typeface="Times New Roman" panose="02020603050405020304" pitchFamily="18" charset="0"/>
              </a:rPr>
              <a:t>: A simple and strong baseline for transformer tracking. Advances in Neural Information Processing Systems, 35, 16743-16754.</a:t>
            </a:r>
          </a:p>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Ma, F., Shou, M. Z., Zhu, L., Fan, H., Xu, Y., Yang, Y., &amp; Yan, Z. (2022). Unified transformer tracker for object tracking. In Proceedings of the IEEE/CVF conference on computer vision and pattern recognition (pp. 8781-8790).</a:t>
            </a:r>
          </a:p>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Gao, S., Zhou, C., &amp; Zhang, J. (2023). Generalized relation modeling for transformer tracking. In Proceedings of the IEEE/CVF conference on computer vision and pattern recognition (pp. 18686-18695).</a:t>
            </a:r>
          </a:p>
          <a:p>
            <a:pPr marL="457189" indent="-457189" algn="just">
              <a:spcBef>
                <a:spcPts val="800"/>
              </a:spcBef>
            </a:pPr>
            <a:r>
              <a:rPr lang="en-US" altLang="ko-KR" sz="1600" dirty="0">
                <a:latin typeface="Times New Roman" panose="02020603050405020304" pitchFamily="18" charset="0"/>
                <a:cs typeface="Times New Roman" panose="02020603050405020304" pitchFamily="18" charset="0"/>
              </a:rPr>
              <a:t>Chen, X., Yan, B., Zhu, J., Lu, H., Ruan, X., &amp; Wang, D. (2022). High-performance transformer tracking. IEEE Transactions on Pattern Analysis and Machine Intelligence, 45(7), 8507-8523.</a:t>
            </a:r>
          </a:p>
        </p:txBody>
      </p:sp>
      <p:sp>
        <p:nvSpPr>
          <p:cNvPr id="1800" name="Google Shape;1800;p48"/>
          <p:cNvSpPr txBox="1">
            <a:spLocks noGrp="1"/>
          </p:cNvSpPr>
          <p:nvPr>
            <p:ph type="title"/>
          </p:nvPr>
        </p:nvSpPr>
        <p:spPr>
          <a:xfrm>
            <a:off x="960000" y="292961"/>
            <a:ext cx="10272000" cy="763600"/>
          </a:xfrm>
          <a:prstGeom prst="rect">
            <a:avLst/>
          </a:prstGeom>
        </p:spPr>
        <p:txBody>
          <a:bodyPr spcFirstLastPara="1" wrap="square" lIns="121900" tIns="121900" rIns="121900" bIns="121900" anchor="t" anchorCtr="0">
            <a:noAutofit/>
          </a:bodyPr>
          <a:lstStyle/>
          <a:p>
            <a:r>
              <a:rPr lang="en" dirty="0"/>
              <a:t>REFERENCES </a:t>
            </a:r>
            <a:endParaRPr dirty="0"/>
          </a:p>
        </p:txBody>
      </p:sp>
      <p:sp>
        <p:nvSpPr>
          <p:cNvPr id="7" name="Rectangle 3">
            <a:extLst>
              <a:ext uri="{FF2B5EF4-FFF2-40B4-BE49-F238E27FC236}">
                <a16:creationId xmlns:a16="http://schemas.microsoft.com/office/drawing/2014/main" id="{D13867EF-99A1-F9BA-9D91-632D0583B67F}"/>
              </a:ext>
            </a:extLst>
          </p:cNvPr>
          <p:cNvSpPr>
            <a:spLocks noChangeArrowheads="1"/>
          </p:cNvSpPr>
          <p:nvPr/>
        </p:nvSpPr>
        <p:spPr bwMode="auto">
          <a:xfrm>
            <a:off x="4059238" y="1536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6">
            <a:extLst>
              <a:ext uri="{FF2B5EF4-FFF2-40B4-BE49-F238E27FC236}">
                <a16:creationId xmlns:a16="http://schemas.microsoft.com/office/drawing/2014/main" id="{282FF022-7EF7-DE5A-8A55-C5DAC395E206}"/>
              </a:ext>
            </a:extLst>
          </p:cNvPr>
          <p:cNvSpPr>
            <a:spLocks noChangeArrowheads="1"/>
          </p:cNvSpPr>
          <p:nvPr/>
        </p:nvSpPr>
        <p:spPr bwMode="auto">
          <a:xfrm>
            <a:off x="3454337" y="20168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458A4-3508-1D6A-05BB-F32E9F6B7BF4}"/>
              </a:ext>
            </a:extLst>
          </p:cNvPr>
          <p:cNvSpPr>
            <a:spLocks noGrp="1"/>
          </p:cNvSpPr>
          <p:nvPr>
            <p:ph type="title"/>
          </p:nvPr>
        </p:nvSpPr>
        <p:spPr>
          <a:xfrm>
            <a:off x="3181508" y="1131898"/>
            <a:ext cx="5050400" cy="4266400"/>
          </a:xfrm>
        </p:spPr>
        <p:txBody>
          <a:bodyPr/>
          <a:lstStyle/>
          <a:p>
            <a:pPr algn="ctr"/>
            <a:r>
              <a:rPr lang="en-US"/>
              <a:t>Thank You</a:t>
            </a:r>
          </a:p>
        </p:txBody>
      </p:sp>
    </p:spTree>
    <p:extLst>
      <p:ext uri="{BB962C8B-B14F-4D97-AF65-F5344CB8AC3E}">
        <p14:creationId xmlns:p14="http://schemas.microsoft.com/office/powerpoint/2010/main" val="3431222507"/>
      </p:ext>
    </p:extLst>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5.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10f8970-5e9b-4000-9c31-4ab97f66528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E7257C2F7DDC414BA93A6B88BCEF7582" ma:contentTypeVersion="13" ma:contentTypeDescription="새 문서를 만듭니다." ma:contentTypeScope="" ma:versionID="3dd04f73dce18916dfcf1965f6324d89">
  <xsd:schema xmlns:xsd="http://www.w3.org/2001/XMLSchema" xmlns:xs="http://www.w3.org/2001/XMLSchema" xmlns:p="http://schemas.microsoft.com/office/2006/metadata/properties" xmlns:ns3="310f8970-5e9b-4000-9c31-4ab97f66528f" targetNamespace="http://schemas.microsoft.com/office/2006/metadata/properties" ma:root="true" ma:fieldsID="a2bf98155d79c6c5bb72cc345d08ceb5" ns3:_="">
    <xsd:import namespace="310f8970-5e9b-4000-9c31-4ab97f66528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ObjectDetectorVersions" minOccurs="0"/>
                <xsd:element ref="ns3:_activity"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0f8970-5e9b-4000-9c31-4ab97f665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974AF2-2C25-4C1C-A645-A320601BAFDB}">
  <ds:schemaRefs>
    <ds:schemaRef ds:uri="310f8970-5e9b-4000-9c31-4ab97f66528f"/>
    <ds:schemaRef ds:uri="http://purl.org/dc/terms/"/>
    <ds:schemaRef ds:uri="http://schemas.microsoft.com/office/2006/metadata/properties"/>
    <ds:schemaRef ds:uri="http://www.w3.org/XML/1998/namespace"/>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56C93E16-7F3B-44BA-BBE7-8B71ACAD9C5F}">
  <ds:schemaRefs>
    <ds:schemaRef ds:uri="http://schemas.microsoft.com/sharepoint/v3/contenttype/forms"/>
  </ds:schemaRefs>
</ds:datastoreItem>
</file>

<file path=customXml/itemProps3.xml><?xml version="1.0" encoding="utf-8"?>
<ds:datastoreItem xmlns:ds="http://schemas.openxmlformats.org/officeDocument/2006/customXml" ds:itemID="{7826F12F-ACE8-4792-9F00-C3846B4FA169}">
  <ds:schemaRefs>
    <ds:schemaRef ds:uri="310f8970-5e9b-4000-9c31-4ab97f665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8500</TotalTime>
  <Words>1399</Words>
  <Application>Microsoft Office PowerPoint</Application>
  <PresentationFormat>Widescreen</PresentationFormat>
  <Paragraphs>138</Paragraphs>
  <Slides>29</Slides>
  <Notes>6</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29</vt:i4>
      </vt:variant>
    </vt:vector>
  </HeadingPairs>
  <TitlesOfParts>
    <vt:vector size="45" baseType="lpstr">
      <vt:lpstr>Advent Pro Light</vt:lpstr>
      <vt:lpstr>HY헤드라인M</vt:lpstr>
      <vt:lpstr>Rajdhani</vt:lpstr>
      <vt:lpstr>Anton</vt:lpstr>
      <vt:lpstr>Arial</vt:lpstr>
      <vt:lpstr>Calibri</vt:lpstr>
      <vt:lpstr>Fira Sans Condensed Light</vt:lpstr>
      <vt:lpstr>Gill Sans MT</vt:lpstr>
      <vt:lpstr>Times New Roman</vt:lpstr>
      <vt:lpstr>Wingdings</vt:lpstr>
      <vt:lpstr>Wingdings 2</vt:lpstr>
      <vt:lpstr>Ai Tech Agency by Slidesgo</vt:lpstr>
      <vt:lpstr>1_Ai Tech Agency by Slidesgo</vt:lpstr>
      <vt:lpstr>2_Ai Tech Agency by Slidesgo</vt:lpstr>
      <vt:lpstr>Dividend</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Features in  visual object  tracking</vt:lpstr>
      <vt:lpstr>Experiment and analysis -Datasets</vt:lpstr>
      <vt:lpstr>Study Objective</vt:lpstr>
      <vt:lpstr>PowerPoint Presentation</vt:lpstr>
      <vt:lpstr>Status of Papers</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Sachin Sakthi</dc:creator>
  <cp:lastModifiedBy>Sachin Sakthi K S</cp:lastModifiedBy>
  <cp:revision>66</cp:revision>
  <dcterms:created xsi:type="dcterms:W3CDTF">2023-08-11T03:33:46Z</dcterms:created>
  <dcterms:modified xsi:type="dcterms:W3CDTF">2025-08-29T08:56:02Z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0x010100E7257C2F7DDC414BA93A6B88BCEF7582</vt:lpwstr>
  </property>
</Properties>
</file>
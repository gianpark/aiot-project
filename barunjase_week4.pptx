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캡스톤 프로젝트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확정, 첫 실측 게이트 통과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4주차 발표 — 계획과 실제의 간극을 발견 즉시 바로잡은 한 주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실측 없이는 몰랐을 것들 — 카메라 기종, USB 인식 속도, depth 근접 사각지대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174236" y="4434840"/>
            <a:ext cx="384048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174236" y="4434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발표 · 하드웨어 검증 + 리스크 발견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개발 환경 정비 · 데이터 수집 프로토콜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다음 주(5주차) 계획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4주차 게이트 측정 결과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발견한 설계 리스크: depth 근접 사각지대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선행 논문 데이터로 파이프라인 사전 검증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6177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지난주(3주차)는 알고리즘 비교 연구조사로 대체 진행 — 그만큼 밀린 캘리브레이션·게이트가 이번 주로 이월됐습니다.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PROTOCOL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 · 데이터 수집 프로토콜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도착 전(9/27~28)까지 카메라 없이 할 수 있는 소프트웨어 작업을 먼저 끝내뒀습니다.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6234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 저장소 초기화, GitHub 원격 연결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단일 파일이던 MoveNet 코드를 pose/features/capture/logic 4개 패키지로 분리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좌표 데이터 기반 단위테스트 도입 — 카메라·모델 없이도 로직 검증 가능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MoveNet은 COCO 17개 키포인트를 전부 출력하지만, 실제 특징 계산은 코·양어깨·양엉덩이 등 상반신 5개만 사용 — 책상 카메라 특성상 무릎 이하는 프레임 밖이라 처음부터 미사용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스켈레톤(관절 연결선) 코드는 외부 저장소를 그대로 가져온 게 아니라, TensorFlow 공식 MoveNet 튜토리얼이 정의한 표준 COCO-17 연결 방식을 직접 구현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73952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486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05472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프로토콜 문서화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왜: 촬영 조건이 한쪽으로 치우치면 실제 사용 환경에서 정확도가 떨어지고, 한 사람만 라벨링하면 결과를 신뢰하기 어려움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어떻게: 자세 5종 정의 후 참가자·샷수 목표 설정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날짜·조명·복장을 분산해 촬영 조건 다양화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팀원 2인 교차 라벨링 — 10~20% 샘플 독립 재라벨링으로 일치도 확인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주(5주차)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RealSense depth 프리셋·필터 튜닝, 줄자 확보해 거리 정확도 정밀 재검증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사각지대 보완 — 얼굴·어깨 면적비 기반 근접 판정 실제 구현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로직과 스테레오+포즈 파이프라인 1차 통합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 프로토콜에 따라 실제 촬영 착수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Introduction · Related Work 초안 (이번 주 이월분)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 게이트 측정 결과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94944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측정값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29.43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최소 5 (목표 8~10)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최대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스파이크(67ms 초과)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유효 측정 시작점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40cm~ (정성 확인)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5720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도구: src/capture/realsense_capture.py — gate 모드(30초 자동 측정), view 모드(줄자 대조 거리 확인)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09560" y="169164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2011680"/>
            <a:ext cx="3639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29.43</a:t>
            </a:r>
            <a:endParaRPr lang="en-US" sz="56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(평균)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36499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목표(최소 5fps) 대비 약 5.9배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253728" y="379476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253728" y="379476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 통과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343400"/>
            <a:ext cx="3182112" cy="1188720"/>
          </a:xfrm>
          <a:prstGeom prst="roundRect">
            <a:avLst>
              <a:gd name="adj" fmla="val 7692"/>
            </a:avLst>
          </a:prstGeom>
          <a:solidFill>
            <a:srgbClr val="0E2A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4453128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47274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캡처 단독 수치 — MoveNet 추론 통합 후 재측정 필요. 거리 정밀 오차값은 줄자 미확보로 다음 주로 이월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RISK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설계 리스크: depth 근접 사각지대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1554480"/>
          </a:xfrm>
          <a:prstGeom prst="roundRect">
            <a:avLst>
              <a:gd name="adj" fmla="val 7059"/>
            </a:avLst>
          </a:prstGeom>
          <a:solidFill>
            <a:srgbClr val="3A2A2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5A2E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19952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depth는 약 40cm 미만에서 무효값을 반환한다 — 그런데 저희가 감지하려는 상황 "화면에 너무 가까워짐"이 하필 이 무효 구간과 겹친다. 정작 감지하고 싶은 순간에 센서가 먹통이 되는 셈.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38459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완화 방안: 이중화 판정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유효 구간(40cm~)은 정확한 거리값을 그대로 사용. 그 이하 근접 구간은 RGB 화면 속 얼굴·어깨 면적 비율로 "더 가까워짐"만 이분류 판정.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99632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98" y="38459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연구와의 접점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방법은 WRF 논문(3주차 조사)이 깊이 카메라 없이 쓰던 방식과 동일한 아이디어 — 선행 연구의 한계를 우리 설계의 보완책으로 재활용.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0080" y="6172200"/>
            <a:ext cx="305409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40080" y="617220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전 — 5주차 필터 튜닝과 함께 진행 예정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PRE-VALIDATION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논문 데이터로 파이프라인 사전 검증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우리 자세 데이터가 없어서, 6주차부터 쓸 학습 파이프라인 코드가 실제로 동작하는지 먼저 확인했습니다.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46" y="25658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WRF 논문 공개 데이터 검증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63240"/>
          <a:ext cx="4800600" cy="1051560"/>
        </p:xfrm>
        <a:graphic>
          <a:graphicData uri="http://schemas.openxmlformats.org/drawingml/2006/table">
            <a:tbl>
              <a:tblPr/>
              <a:tblGrid>
                <a:gridCol w="2057400"/>
                <a:gridCol w="1371600"/>
                <a:gridCol w="1371600"/>
              </a:tblGrid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우리 재현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보고치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(가중치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WRF (가중치 적용)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914400" y="4251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중요도 순서도 논문 Table과 일치 — 파이프라인이 논문 방식대로 정상 동작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14400" y="4846320"/>
            <a:ext cx="336956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4400" y="4846320"/>
            <a:ext cx="33695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수치는 다른 특징공간 — 우리 성능 예측 아님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199632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5658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기준모델 학습 스켈레톤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우리 프로젝트 특징(neck_tilt_deg 등) 기준으로 재구성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keypoint 5클래스 생성 → 좌우반전+jitter 증강 → RF 학습·평가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단위테스트 5종 추가, 로컬 환경에서도 재현 확인 (전체 테스트 10개 통과)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473952" y="4617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실데이터 수집 후 데이터 로딩 부분만 교체해 재사용 예정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73952" y="507492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473952" y="5074920"/>
            <a:ext cx="2528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데이터 — 정확도 수치 의미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마무리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게이트 통과 — 평균 29.43fps, 스파이크 0회, 목표치(최소 5fps) 대폭 상회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계획(oCamS)과 실제(D455)가 다르다는 걸 발견 즉시 문서 전체를 바로잡음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중 depth 근접 사각지대 리스크를 발견해 해결책 없이 넘기지 않고 문서화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없이도 RF/WRF 학습 파이프라인이 정상 동작함을 미리 검증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12655A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0E534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정밀 오차 측정, 근접 사각지대 실제 구현, 논문 Introduction/Related Work 초안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 자료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19072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1907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0020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project.md — 전체 프로젝트 계획 (이번 주 업데이트 반영 최신본)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432304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4323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313432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data_collection_protocol.md — 자세 5종 정의·촬영/라벨링 절차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145536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14553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026664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src/capture/realsense_capture.py — RealSense 캡처·게이트 측정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739896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858768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8587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739896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src/logic/rf_baseline.py, tests/test_rf_baseline.py — RF 기준모델 스켈레톤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453128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4572000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57200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453128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experiments/wrf_paper_replication.py — WRF 논문 데이터 파이프라인 검증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166360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285232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2852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16636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weekly_report_week4.md — 4주차 상세 진행보고서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108192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받겠습니다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2026-09-29T12:05:47Z</dcterms:created>
  <dcterms:modified xsi:type="dcterms:W3CDTF">2026-09-29T12:05:47Z</dcterms:modified>
</cp:coreProperties>
</file>
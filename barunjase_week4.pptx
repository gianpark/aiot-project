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621792"/>
            <a:ext cx="1005840" cy="10058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074" y="883310"/>
            <a:ext cx="482803" cy="482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8745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임베디드소프트웨어학과 · 캡스톤 프로젝트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286000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 확정, 첫 실측 게이트 통과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29184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바른자세 · 4주차 발표 — 계획과 실제의 간극을 발견 즉시 바로잡은 한 주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388620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 없이는 몰랐을 것들 — 카메라 기종, USB 인식 속도, depth 근접 사각지대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174236" y="4434840"/>
            <a:ext cx="3840480" cy="502920"/>
          </a:xfrm>
          <a:prstGeom prst="roundRect">
            <a:avLst>
              <a:gd name="adj" fmla="val 50909"/>
            </a:avLst>
          </a:prstGeom>
          <a:solidFill>
            <a:srgbClr val="12655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174236" y="4434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발표 · 하드웨어 검증 + 리스크 발견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발표자: 기안 외 1인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74920" cy="603504"/>
          </a:xfrm>
          <a:prstGeom prst="roundRect">
            <a:avLst>
              <a:gd name="adj" fmla="val 15152"/>
            </a:avLst>
          </a:prstGeom>
          <a:solidFill>
            <a:srgbClr val="1265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개발 환경 정비 · 데이터 수집 프로토콜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5074920" cy="603504"/>
          </a:xfrm>
          <a:prstGeom prst="roundRect">
            <a:avLst>
              <a:gd name="adj" fmla="val 15152"/>
            </a:avLst>
          </a:prstGeom>
          <a:solidFill>
            <a:srgbClr val="12655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743200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카메라 기종 확인과 환경 트러블슈팅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5074920" cy="603504"/>
          </a:xfrm>
          <a:prstGeom prst="roundRect">
            <a:avLst>
              <a:gd name="adj" fmla="val 15152"/>
            </a:avLst>
          </a:prstGeom>
          <a:solidFill>
            <a:srgbClr val="1265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566160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4주차 게이트 측정 결과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920240"/>
            <a:ext cx="5074920" cy="603504"/>
          </a:xfrm>
          <a:prstGeom prst="roundRect">
            <a:avLst>
              <a:gd name="adj" fmla="val 15152"/>
            </a:avLst>
          </a:prstGeom>
          <a:solidFill>
            <a:srgbClr val="1265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920240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발견한 설계 리스크: depth 근접 사각지대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2743200"/>
            <a:ext cx="5074920" cy="603504"/>
          </a:xfrm>
          <a:prstGeom prst="roundRect">
            <a:avLst>
              <a:gd name="adj" fmla="val 15152"/>
            </a:avLst>
          </a:prstGeom>
          <a:solidFill>
            <a:srgbClr val="1265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2743200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선행 논문 데이터로 파이프라인 사전 검증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72200" y="3566160"/>
            <a:ext cx="5074920" cy="603504"/>
          </a:xfrm>
          <a:prstGeom prst="roundRect">
            <a:avLst>
              <a:gd name="adj" fmla="val 15152"/>
            </a:avLst>
          </a:prstGeom>
          <a:solidFill>
            <a:srgbClr val="1265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3566160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다음 주(5주차) 계획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6177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지난주(3주차)는 알고리즘 비교 연구조사로 대체 진행 — 그만큼 밀린 캘리브레이션·게이트가 이번 주로 이월됐습니다.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PROTOCOL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환경 정비 · 데이터 수집 프로토콜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도착 전(9/27~28)까지 카메라 없이 할 수 있는 소프트웨어 작업을 먼저 끝내뒀습니다.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560320"/>
            <a:ext cx="594360" cy="59436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934" y="2714854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26060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환경 정비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429000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git 저장소 초기화, GitHub 원격 연결</a:t>
            </a:r>
            <a:endParaRPr lang="en-US" sz="12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단일 파일이던 MoveNet 코드를 pose/features/capture/logic 4개 패키지로 분리</a:t>
            </a:r>
            <a:endParaRPr lang="en-US" sz="12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합성 좌표 데이터 기반 단위테스트 도입 — 카메라·모델 없이도 로직 검증 가능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99632" y="228600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6473952" y="2560320"/>
            <a:ext cx="594360" cy="59436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486" y="271485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05472" y="26060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 프로토콜 문서화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6519672" y="3429000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자세 5종 정의: 정상·숙임·기대기·좌측기울임·우측기울임</a:t>
            </a:r>
            <a:endParaRPr lang="en-US" sz="12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참가자/샷수 목표, 촬영조건(날짜·조명·복장 분산) 확정</a:t>
            </a:r>
            <a:endParaRPr lang="en-US" sz="12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팀원 2인 교차 라벨링 절차, labels.csv 스키마 정의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&amp; TROUBLESHOOTING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 기종 확인과 환경 트러블슈팅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08792" cy="1051560"/>
          </a:xfrm>
          <a:prstGeom prst="roundRect">
            <a:avLst>
              <a:gd name="adj" fmla="val 10435"/>
            </a:avLst>
          </a:prstGeom>
          <a:solidFill>
            <a:srgbClr val="1265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002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계획:  </a:t>
            </a:r>
            <a:pPr indent="0" marL="0">
              <a:buNone/>
            </a:pPr>
            <a:r>
              <a:rPr lang="en-US" sz="1400" strike="sngStrike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위드로봇 oCamS-1CGN-U</a:t>
            </a:r>
            <a:pPr indent="0" marL="0">
              <a:buNone/>
            </a:pPr>
            <a:r>
              <a:rPr lang="en-US" sz="14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    실제 수령:  </a:t>
            </a:r>
            <a:pPr indent="0" marL="0">
              <a:buNone/>
            </a:pPr>
            <a:r>
              <a:rPr lang="en-US" sz="180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RealSense D455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9/29 수령 당일 확인 → 시스템 구성·BOM·SDK(pyrealsense2) 전면 수정. RealSense는 출고 시 캘리브레이션 완료 — 체스보드 캘리브레이션 불필요해짐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461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E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이어서 실제 연동 과정에서 순서대로 나온 문제들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258775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59536" y="4014216"/>
            <a:ext cx="530352" cy="530352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428" y="4152108"/>
            <a:ext cx="254569" cy="25456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59536" y="47091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3.14 패키지 호환성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59536" y="5257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tflite-runtime wheel 부재 → tensorflow로 대체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10712" y="3794760"/>
            <a:ext cx="258775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3630168" y="4014216"/>
            <a:ext cx="530352" cy="530352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060" y="4152108"/>
            <a:ext cx="254569" cy="25456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630168" y="47091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스마트 앱 제어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630168" y="5257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DLL 차단 → 기능 비활성화로 해결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81344" y="3794760"/>
            <a:ext cx="258775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6400800" y="4014216"/>
            <a:ext cx="530352" cy="530352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692" y="4152108"/>
            <a:ext cx="254569" cy="25456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00800" y="47091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인식 속도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400800" y="5257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2.1(USB2)로 인식 → 포트 재연결로 3.2 정상화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8951976" y="3794760"/>
            <a:ext cx="258775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</p:spPr>
      </p:sp>
      <p:sp>
        <p:nvSpPr>
          <p:cNvPr id="24" name="Shape 19"/>
          <p:cNvSpPr/>
          <p:nvPr/>
        </p:nvSpPr>
        <p:spPr>
          <a:xfrm>
            <a:off x="9171432" y="4014216"/>
            <a:ext cx="530352" cy="530352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9324" y="4152108"/>
            <a:ext cx="254569" cy="254569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171432" y="47091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프레임 미수신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9171432" y="5257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RealSense Viewer가 장치 점유 중 → 종료로 해결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4주차 게이트 측정 결과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694944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측정값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목표치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평균 fps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29.43 fps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최소 5 (목표 8~10)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평균 프레임 간격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33.4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최대 프레임 간격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34.2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스파이크(67ms 초과)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거리 유효 측정 시작점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40cm~ (정성 확인)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5720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도구: src/capture/realsense_capture.py — gate 모드(30초 자동 측정), view 모드(줄자 대조 거리 확인)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9377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 카메라 캡처 단독 수치 — MoveNet 추론 통합 후 재측정 필요. 거리 정밀 오차값은 줄자 미확보로 다음 주로 이월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909560" y="1691640"/>
            <a:ext cx="3639312" cy="3977640"/>
          </a:xfrm>
          <a:prstGeom prst="roundRect">
            <a:avLst>
              <a:gd name="adj" fmla="val 3015"/>
            </a:avLst>
          </a:prstGeom>
          <a:solidFill>
            <a:srgbClr val="12655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909560" y="2286000"/>
            <a:ext cx="3639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FE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29.43</a:t>
            </a:r>
            <a:endParaRPr lang="en-US" sz="56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3291840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(평균)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397764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9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목표(최소 5fps) 대비 약 5.9배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917436" y="4937760"/>
            <a:ext cx="950976" cy="310896"/>
          </a:xfrm>
          <a:prstGeom prst="roundRect">
            <a:avLst>
              <a:gd name="adj" fmla="val 50000"/>
            </a:avLst>
          </a:prstGeom>
          <a:solidFill>
            <a:srgbClr val="12432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917436" y="493776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D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게이트 통과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RISK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발견한 설계 리스크: depth 근접 사각지대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08792" cy="1554480"/>
          </a:xfrm>
          <a:prstGeom prst="roundRect">
            <a:avLst>
              <a:gd name="adj" fmla="val 7059"/>
            </a:avLst>
          </a:prstGeom>
          <a:solidFill>
            <a:srgbClr val="3A2A2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rgbClr val="5A2E1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19952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7830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D455 depth는 약 40cm 미만에서 무효값을 반환한다 — 그런데 저희가 감지하려는 상황 "화면에 너무 가까워짐"이 하필 이 무효 구간과 겹친다. 정작 감지하고 싶은 순간에 센서가 먹통이 되는 셈.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53492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3703320"/>
            <a:ext cx="548640" cy="5486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" y="384596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3749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완화 방안: 이중화 판정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48056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유효 구간(40cm~)은 정확한 거리값을 그대로 사용. 그 이하 근접 구간은 RGB 화면 속 얼굴·어깨 면적 비율로 "더 가까워짐"만 이분류 판정.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99632" y="3429000"/>
            <a:ext cx="53492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6473952" y="3703320"/>
            <a:ext cx="548640" cy="5486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598" y="384596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159752" y="3749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연구와의 접점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473952" y="448056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방법은 WRF 논문(3주차 조사)이 깊이 카메라 없이 쓰던 방식과 동일한 아이디어 — 선행 연구의 한계를 우리 설계의 보완책으로 재활용.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6172200"/>
            <a:ext cx="3054096" cy="310896"/>
          </a:xfrm>
          <a:prstGeom prst="roundRect">
            <a:avLst>
              <a:gd name="adj" fmla="val 50000"/>
            </a:avLst>
          </a:prstGeom>
          <a:solidFill>
            <a:srgbClr val="3A2A2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40080" y="6172200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전 — 5주차 필터 튜닝과 함께 진행 예정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PRE-VALIDATION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논문 데이터로 파이프라인 사전 검증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우리 자세 데이터가 없어서, 6주차부터 쓸 학습 파이프라인 코드가 실제로 동작하는지 먼저 확인했습니다.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4924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423160"/>
            <a:ext cx="548640" cy="5486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" y="2565806"/>
            <a:ext cx="263347" cy="2633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468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WRF 논문 공개 데이터 검증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063240"/>
          <a:ext cx="4800600" cy="1051560"/>
        </p:xfrm>
        <a:graphic>
          <a:graphicData uri="http://schemas.openxmlformats.org/drawingml/2006/table">
            <a:tbl>
              <a:tblPr/>
              <a:tblGrid>
                <a:gridCol w="2057400"/>
                <a:gridCol w="1371600"/>
                <a:gridCol w="1371600"/>
              </a:tblGrid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우리 재현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논문 보고치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(가중치 없음)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WRF (가중치 적용)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914400" y="42519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 중요도 순서도 논문 Table과 일치 — 파이프라인이 논문 방식대로 정상 동작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914400" y="4846320"/>
            <a:ext cx="3369564" cy="310896"/>
          </a:xfrm>
          <a:prstGeom prst="roundRect">
            <a:avLst>
              <a:gd name="adj" fmla="val 50000"/>
            </a:avLst>
          </a:prstGeom>
          <a:solidFill>
            <a:srgbClr val="3A2A2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914400" y="4846320"/>
            <a:ext cx="33695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 수치는 다른 특징공간 — 우리 성능 예측 아님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99632" y="2148840"/>
            <a:ext cx="534924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6473952" y="2423160"/>
            <a:ext cx="548640" cy="5486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598" y="256580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159752" y="2468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기준모델 학습 스켈레톤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473952" y="306324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우리 프로젝트 특징(neck_tilt_deg 등) 기준으로 재구성</a:t>
            </a:r>
            <a:endParaRPr lang="en-US" sz="115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합성 keypoint 5클래스 생성 → 좌우반전+jitter 증강 → RF 학습·평가</a:t>
            </a:r>
            <a:endParaRPr lang="en-US" sz="115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단위테스트 5종 추가, 로컬 환경에서도 재현 확인 (전체 테스트 10개 통과)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6473952" y="46177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실데이터 수집 후 데이터 로딩 부분만 교체해 재사용 예정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73952" y="5074920"/>
            <a:ext cx="2528316" cy="310896"/>
          </a:xfrm>
          <a:prstGeom prst="roundRect">
            <a:avLst>
              <a:gd name="adj" fmla="val 50000"/>
            </a:avLst>
          </a:prstGeom>
          <a:solidFill>
            <a:srgbClr val="3A2A2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473952" y="5074920"/>
            <a:ext cx="25283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합성 데이터 — 정확도 수치 의미 없음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주(5주차) 계획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E9FB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373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RealSense depth 프리셋·필터 튜닝, 줄자 확보해 거리 정확도 정밀 재검증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1090879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761488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E9FB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761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57860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근접 사각지대 보완 — 얼굴·어깨 면적비 기반 근접 판정 실제 구현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419856"/>
            <a:ext cx="1090879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602736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E9FB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6027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419856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로직과 스테레오+포즈 파이프라인 1차 통합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261104"/>
            <a:ext cx="1090879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443984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E9FB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4439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261104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 프로토콜에 따라 실제 촬영 착수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102352"/>
            <a:ext cx="1090879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5285232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E9FB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2852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10235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Introduction · Related Work 초안 (이번 주 이월분)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마무리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E9FB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373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게이트 통과 — 평균 29.43fps, 스파이크 0회, 목표치(최소 5fps) 대폭 상회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1090879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761488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E9FB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761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57860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계획(oCamS)과 실제(D455)가 다르다는 걸 발견 즉시 문서 전체를 바로잡음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419856"/>
            <a:ext cx="1090879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602736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E9FB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6027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419856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중 depth 근접 사각지대 리스크를 발견해 해결책 없이 넘기지 않고 문서화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261104"/>
            <a:ext cx="1090879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443984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E9FB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4439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261104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실데이터 없이도 RF/WRF 학습 파이프라인이 정상 동작함을 미리 검증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102352"/>
            <a:ext cx="10908792" cy="731520"/>
          </a:xfrm>
          <a:prstGeom prst="roundRect">
            <a:avLst>
              <a:gd name="adj" fmla="val 12500"/>
            </a:avLst>
          </a:prstGeom>
          <a:solidFill>
            <a:srgbClr val="12655A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5285232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0E534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2852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10235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 정밀 오차 측정, 근접 사각지대 실제 구현, 논문 Introduction/Related Work 초안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 자료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08792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19072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E9FB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190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0020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project.md — 전체 프로젝트 계획 (이번 주 업데이트 반영 최신본)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13432"/>
            <a:ext cx="10908792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432304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E9FB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4323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313432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data_collection_protocol.md — 자세 5종 정의·촬영/라벨링 절차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026664"/>
            <a:ext cx="10908792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145536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E9FB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1455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026664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src/capture/realsense_capture.py — RealSense 캡처·게이트 측정 코드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739896"/>
            <a:ext cx="10908792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858768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E9FB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85876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739896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src/logic/rf_baseline.py, tests/test_rf_baseline.py — RF 기준모델 스켈레톤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453128"/>
            <a:ext cx="10908792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572000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E9FB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5720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453128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experiments/wrf_paper_replication.py — WRF 논문 데이터 파이프라인 검증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166360"/>
            <a:ext cx="10908792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285232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E9FB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28523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16636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weekly_report_week4.md — 4주차 상세 진행보고서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108192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받겠습니다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2026-09-29T11:06:12Z</dcterms:created>
  <dcterms:modified xsi:type="dcterms:W3CDTF">2026-09-29T11:06:12Z</dcterms:modified>
</cp:coreProperties>
</file>
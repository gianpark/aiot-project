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장수</c:v>
                </c:pt>
              </c:strCache>
            </c:strRef>
          </c:tx>
          <c:spPr>
            <a:solidFill>
              <a:srgbClr val="126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slouch_back</c:v>
                  </c:pt>
                  <c:pt idx="2">
                    <c:v>slouch_forward</c:v>
                  </c:pt>
                  <c:pt idx="3">
                    <c:v>tilt_left</c:v>
                  </c:pt>
                  <c:pt idx="4">
                    <c:v>tilt_right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52</c:v>
                </c:pt>
                <c:pt idx="2">
                  <c:v>50</c:v>
                </c:pt>
                <c:pt idx="3">
                  <c:v>41</c:v>
                </c:pt>
                <c:pt idx="4">
                  <c:v>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C4A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바른자세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착수, 판정 로직 1차 통합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5주차 발표 — 화면에 사람이 둘일 때도 동작하게, 매번 기준을 잡지 않아도 되게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촬영하면서 부딪힌 문제 → 대응 → 교수님 피드백으로 방향 재정리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91356" y="443484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991356" y="4434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발표 · 구현 + 설계 재정리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5주차 계획 대비 진행 상황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데이터 수집 현황 · 라벨링 교차검증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촬영 중 발견한 문제와 대응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판정 로직 · 근접 보완 · 카메라 실측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교수님 피드백과 방향 재정리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절대값 판정 설계 · 선행연구 근거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한계 · 카메라 확보 후 할 일 · 6주차 계획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VS ACTUAL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5주차 계획 대비 진행 상황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463040"/>
                <a:gridCol w="4873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계획 항목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데이터 수집 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참가자 2명 235장 (6주차 몫을 앞당김)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 로직 + 스테레오·포즈 파이프라인 1차 통합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자세·근접 판정, 알림 상태머신 (--judge) — 실시간 실측으로 기준 재보정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근접 사각지대 보완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어깨너비 역산 + 얼굴 depth 무효 시 근접 판정(실측 확인). 40cm 미만 정확도는 미검증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 필터 튜닝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45/60/80cm 실측 → SDK 기본 + 구멍 메우기 ON 확정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정확도 재검증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37~92cm 줄자 실측 (정렬 유무 차이 뚜렷하지 않음)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카메라 수령 후 --judge 실측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1인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5자세 판정·알림 확인, 한 명 기준이라 참가자·거리 확대 필요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것: 다인 환경 대응(자동 사용자 인식·추적), 라벨링 교차검증 도구, 교수님 피드백 반영 설계, 실측에서 나온 문제 4건 수정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현황 · 라벨링 교차검증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 수집 장수 (총 235장)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참가자 p01 166장 + p02 69장, 전부 2026-10-01 촬영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1691640"/>
            <a:ext cx="487375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93115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20628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920240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라벨링 교차검증 도구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256032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전체의 15%(36장)를 클래스 비율 유지로 추출, 파일명 숨겨 블라인드 폴더 생성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촬영 안 한 팀원이 독립 라벨링 → 일치율·혼동 쌍 자동 계산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결과: 불일치 2건 — 고개 기울임이 원인 → "tilt는 몸통 기울임만"으로 정의 확정, 기존 tilt 80장 전수 확인(수정 없음)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949440" y="3840480"/>
            <a:ext cx="2948940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49440" y="3840480"/>
            <a:ext cx="2948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일치율 94.4% (34/36) — 기준 통과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75120" y="4389120"/>
            <a:ext cx="4873752" cy="1645920"/>
          </a:xfrm>
          <a:prstGeom prst="roundRect">
            <a:avLst>
              <a:gd name="adj" fmla="val 6667"/>
            </a:avLst>
          </a:prstGeom>
          <a:solidFill>
            <a:srgbClr val="3A2A2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49440" y="4498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프로토콜 권장은 3~5명, 날짜·조명·복장 분산. 지금은 2명·하루·한 환경이라 일반화 검증은 아직 못 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&amp; FIXES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중 발견한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가림 (self-occlusion)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위에서 내려다보는 각도라 고개를 내밀면 머리가 어깨·엉덩이를 가리고, 턱을 괴면 팔이 엉덩이를 가림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짧은 가림은 마지막 확실한 위치 유지, 긴 가림은 엉덩이-어깨 오프셋을 학습해 어깨를 따라 엉덩이 위치 추정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 테스트 포함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59028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934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사람이 둘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 SinglePose는 여러 명 중 누구를 잡을지 보장하지 않음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시작 직후 확실히 잡힌 사람을 사용자로 자동 인식 → 관심영역(ROI) + 깊이 0.3~1.0m 밖 제거 → Kalman 필터로 추적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다음 슬라이드에서 구조 설명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28432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44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11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이상치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일부 사진에서 약 4.68m의 무효 수준 값이 기록됨 (홀 필링 영향으로 추정)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필터 비교 도구로 45/60/80cm 실측 — 재현되지 않음(일회성). 단일 픽셀 조회가 배경을 집을 가능성은 남아 keypoint 주변 패치 조회를 검토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특징 확정(6주차) 때 이상치 필터링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MULTI-PERSON HANDLING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다인 환경 대응: 자동 사용자 인식 + 추적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자동 인식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확실히 잡힌 사람(코·어깨·엉덩이 중 2개 이상, confidence 0.15 이상)을 사용자로 고정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27832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10712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958" y="21086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79392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ROI 생성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어깨너비 ×2.2로 가로폭, 세로는 최초 값 고정. depth 범위는 사용자 거리 ±0.35m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98464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81344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9944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08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50024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마스킹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ROI·깊이 범위 밖(다른 사람·배경)을 지운 뒤 MoveNet 입력. 저장 사진에도 동일 적용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69096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951976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9180576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222" y="210860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20656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Kalman 추적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08008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위치+속도 예측으로 사용자가 움직이거나 잠깐 가려져도 ROI가 따라감. 'r'로 재인식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40080" y="4846320"/>
            <a:ext cx="10908792" cy="1188720"/>
          </a:xfrm>
          <a:prstGeom prst="roundRect">
            <a:avLst>
              <a:gd name="adj" fmla="val 9231"/>
            </a:avLst>
          </a:prstGeom>
          <a:solidFill>
            <a:srgbClr val="3A2A2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중간에 발견한 버그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마스크는 depth 0(무효) 픽셀도 지웠습니다. 그런데 너무 가까이 와서 depth가 무효가 된 사용자가 마스킹으로 사라져, 근접 구간 인식이 불가능했습니다. 무효 픽셀은 남기도록 고쳤습니다.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6144768"/>
            <a:ext cx="3264408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40080" y="6144768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두 명이 앉은 환경에서의 검증은 아직 — 한계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 1차 통합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자세(정상/주의/경고)와 화면 근접을 따로 판정해 OR로 결합 — 임계값은 10/6 실측 로그(1인) 기반 잠정값 — 6주차에 참가자를 늘려 확정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잠정 임계값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 (실측 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 근접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머리·가슴 depth &lt; 0.40m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머리 0.43m, 앞숙임 0.35m (실측)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앞숙임 / 뒤기댐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엉덩이−가슴 차 &gt; +0.10 / &lt; −0.11m, 또는 머리−가슴 차 ≤ 0.07m(기댐)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+0.05 / 기댐 −0.12, 머리−가슴 0.15 → 0.06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 중점 좌우 치우침 &gt; 어깨너비 0.35배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실측에서 정상 인식 (수치 미보정)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주의 단계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경고 임계값의 70% 이상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09560" y="2103120"/>
            <a:ext cx="3639312" cy="2834640"/>
          </a:xfrm>
          <a:prstGeom prst="roundRect">
            <a:avLst>
              <a:gd name="adj" fmla="val 3871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38160" y="2212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상태머신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517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근접: 감지 즉시 1회 → 60초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자세 경고: 연속 3회(15초) 지속 시 1회 → 5분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샘플링 5초 간격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수령 후 실시간 실측(10/6, 1인): 정상 유지, 뒤로 기댐·앞숙임·좌우 기울임 판정 확인. 235장 전체는 depth가 사진에 안 남아 재계산이 불가능하고, 기준값은 한 명 기준이라 참가자·거리를 늘려 다시 보정해야 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NEAR-RANGE FALLBACK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근접 사각지대 보완: 화면 속 어깨너비로 거리 역산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· Z ≈ 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 = 화면 속 어깨너비(화면 너비 대비), Z = 거리. 핀홀 모델에서 w는 Z에 반비례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depth가 유효한 동안 k를 이동 중앙값으로 학습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 depth가 사라지면 Z ≈ k / w 로 역산해 근접 여부 판정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9632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이어지는 과제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26517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현재 k는 사용자별로 학습 — 앉자마자 10샘플이 쌓이기 전에는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어깨가 가려지면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 어깨너비 추정의 정확도는 미검증. 대신 얼굴 depth가 무효가 되는 것 자체를 근접 신호로 써서 실측 확인 (다음 슬라이드)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→ 교수님 피드백(매번 기준을 잡아야 하나?)에 따라 성인 평균 어깨너비로 시작하는 방식으로 바꿀 계획 (다음 파트)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 FINDINGS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실측으로 드러난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마스킹 · 화면 까매짐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얼굴이 가까워지면 전경 마스크가 얼굴을 지워 사람 인식이 끊김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원인: 구멍 메우기(SDK 기본, 먼 값)가 근접 무효 영역을 배경 거리로 채움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가까운 값 모드, 최소 거리 0.05m, 마스크 닫힘 연산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0712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66674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39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70832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책상이 허리를 가림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엉덩이가 책상 위치로 추측돼 책상 depth를 읽음 → 정상도 slouch_back 오탐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엉덩이 점수가 0.5 근처라 허리 depth가 켜졌다 꺼짐(정상↔주의 깜빡임)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엉덩이 confidence ≥ 0.5일 때만 사용, 머리−가슴 depth 차를 보조 신호로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81344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437376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022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41464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숙이면 depth 무효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82512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얼굴이 약 30cm 안으로 들어와 머리·가슴 depth가 비면 판정 근거가 사라짐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코는 보이는데 머리 depth만 무효 → 근접 + 앞숙임 판정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실측: WARNING (slouch_forward) [NEAR] 확인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51976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920800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654" y="20628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912096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기댐 신호의 겹침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53144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머리−가슴 depth 차: 정상 0.153 / 기댐 0.062 / 심하게 ≈0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앞숙임도 0.062로 줄어 기댐과 겹침 → 근접이 아니고 가슴 ≥ 0.55m일 때만 기댐 신호 사용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한 명·자세당 1회 값 — 체형·앉는 거리에 따라 달라질 수 있음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5715000"/>
            <a:ext cx="59984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40080" y="57150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 후 정상·뒤기댐·앞숙임·좌우 기울임 판정과 알림 확인(1인) — 다인·다거리 재검증은 6주차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MAPPING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교수님 피드백과 우리 상태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목표를 최소 fps가 아닌 최대 fps로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방향 수정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캡처 29.4fps 실측 있음 → 추론·마스킹 포함 전체 파이프라인 fps를 재측정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허리 위치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가림 보정 스무딩 + 엉덩이−가슴 depth 차 (책상 가림 시 신뢰도↓ → 머리−가슴 depth 차로 보완)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정면 depth로 측면 자세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실측에서 분리됨: 엉덩이−가슴 정상 +0.05 / 기댐 −0.12m, 머리−가슴 0.15 → 0.06m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앉을 때마다 기준점이 필요한가 → 절대값으로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중력 기준 각도 + 어깨너비 비율 (다음 슬라이드)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체형(복부·여성 체형 등) 두께 차이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미해결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비율로 줄이되 한계 인정, 체형 다양한 참가자 확보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거북목, 허리받침에서 엉덩이가 뜬 자세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head_forward_ratio, torso_pitch로 측정 — 클래스 정의는 6주차 논의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팔 위치·책상 높이 고려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어깨-팔꿈치-손목 keypoint로 6주차 이후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POSTURE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절대값 판정 설계: 앉는 자리·카메라 각도·체격에 안 흔들리게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복원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 + depth를 카메라 내부 파라미터로 3D 점(m)으로 되돌림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62856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중력 기준 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내장 IMU(가속도계)로 위·앞·옆 축 생성. IMU 없으면 설치 각도 근사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57032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57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각도·비율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몸통·머리 벡터를 축에 분해 → 각도(°)와 어깨너비 대비 비율로 표현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torso_pitch_deg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수직 대비 앞(+)/뒤(−)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숙임·기댐, 엉덩이 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torso_roll_deg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좌우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어깨중점→코의 앞방향 성분 ÷ 어깨너비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shoulder_width_m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어깨 3D 거리 (체격 스케일)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 정규화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34290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3A2A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0" y="3538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상태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3840480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3D 자세 테스트에서 거리 0.6→0.9m, 체격 1.25배 변화에도 각도 변화 1° 미만, 카메라를 20° 기울여도 중력 방향을 알면 동일. 이는 계산식 검증이며 실제 사람·카메라 실측은 카메라 확보 후입니다.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판정도 사용자별 학습 대신 성인 평균 어깨너비로 시작하는 방식으로 교체 예정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선행연구로 본 근거와 한계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Manghisi 외 (2017) · Kinect v2 K2RULA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깊이 카메라로 RULA를 실시간 계산. 광학 모션캡처와 총점 일치 0.97(κ=0.87), RULA 전문가와 0.96(κ=0.84)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몸통 굽힘을 수직 방향 대비 각도로 계산 → 우리 접근과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RULA는 구간이 넓어 각도 오차 영향이 줄어듦 → 정상/주의/경고 구간 설계의 근거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배우 1명, 실험실, 가림 없음. 인용된 연구에서 Kinect v2 목 각도 오차 큼 → 거북목 특징 주의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Rodrigues 외 (2022) · 3D-AJA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사무직 20명, 6가지 책상 세팅. 각도계 대비 평균 오차 5.6~8.5° (Kinect SDK 8.3~18.2°)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2D keypoint + 깊이로 3D 각도 계산이 SDK 골격보다 정확 → 우리 구성(MoveNet + depth)과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임상 기준(±5°)은 이 논문도 못 넘음 → 우리도 5~8° 수준이 현실적인 기대치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책상에 가려지면 성능 하락, 체형·성별 차이 분석엔 표본 부족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2655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논문 모두 거리 고정·카메라 정면 설치였고, '거리에 불변'과 'IMU로 기울기 보정'은 검증하지 않음 → 이 두 가지는 우리가 직접 실험으로 보일 부분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카메라 확보 후 할 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검증되지 않은 것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판정(--judge) 기준값 — 1인·자세당 1회 실측, 참가자·앉는 거리·카메라 각도 확대 필요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 보완의 40cm 미만 구간 정확도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두 명이 앉은 환경에서의 자동 인식·추적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허리가 책상에 가려질 때 허리 depth 기반 판정 불가 — 머리−가슴 depth 차로 보완(1인 기준값)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절대 특징의 실제 분포·임계값, IMU 연동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체형 다양성 — 참가자 2명, 단일 날짜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확보 상태에서 남은 실측 (체크리스트)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알림 쿨다운 시간 확인(60초/300초), 40cm 미만 근접, ROI 추적, 다인 환경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참가자·거리·카메라 각도를 바꿔 --judge 로그 재측정, 기준값 재보정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IMU 스트림·내부 파라미터 읽기, 새 특징을 캡처 로그에 기록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거리·카메라 기울기 불변성 실험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새 참가자·다른 조명/복장으로 추가 수집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반납 전 로그 커밋 — depth는 사후 복구 불가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6주차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기준 다인·다거리 재보정, 절대 특징 실험(IMU·불변성), 알림 쿨다운 확인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라벨링 마무리, 교차검증 결과 반영, 추가 참가자 수집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확정(depth 이상치 필터링 포함)과 임계값 확정 — RULA 참고 + RF 기준모델 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저장 계층 구현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5주차 발표를 마치겠습니다. 질문 받겠습니다.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2026-10-06T14:54:11Z</dcterms:created>
  <dcterms:modified xsi:type="dcterms:W3CDTF">2026-10-06T14:54:11Z</dcterms:modified>
</cp:coreProperties>
</file>
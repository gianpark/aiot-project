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장수</c:v>
                </c:pt>
              </c:strCache>
            </c:strRef>
          </c:tx>
          <c:spPr>
            <a:solidFill>
              <a:srgbClr val="126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slouch_back</c:v>
                  </c:pt>
                  <c:pt idx="2">
                    <c:v>slouch_forward</c:v>
                  </c:pt>
                  <c:pt idx="3">
                    <c:v>tilt_left</c:v>
                  </c:pt>
                  <c:pt idx="4">
                    <c:v>tilt_right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52</c:v>
                </c:pt>
                <c:pt idx="2">
                  <c:v>50</c:v>
                </c:pt>
                <c:pt idx="3">
                  <c:v>41</c:v>
                </c:pt>
                <c:pt idx="4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A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4-image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21792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883310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8745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임베디드소프트웨어학과 · 바른자세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2860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착수, 판정 로직 1차 통합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91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· 5주차 발표 — 화면에 사람이 둘일 때도 동작하게, 매번 기준을 잡지 않아도 되게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8862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촬영하면서 부딪힌 문제 → 대응 → 교수님 피드백으로 방향 재정리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991356" y="443484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1265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991356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발표 · 구현 + 설계 재정리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기안 외 1인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5주차 계획 대비 진행 상황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데이터 수집 현황 · 라벨링 교차검증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6616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촬영 중 발견한 문제와 대응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8912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판정 로직 1차 통합 · 근접 사각지대 보완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교수님 피드백과 방향 재정리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74320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절대값 판정 설계 · 선행연구 근거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074920" cy="603504"/>
          </a:xfrm>
          <a:prstGeom prst="roundRect">
            <a:avLst>
              <a:gd name="adj" fmla="val 15152"/>
            </a:avLst>
          </a:prstGeom>
          <a:solidFill>
            <a:srgbClr val="1265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56616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한계 · 카메라 확보 후 할 일 · 6주차 계획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5주차 계획 대비 진행 상황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463040"/>
                <a:gridCol w="4873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계획 항목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데이터 수집 착수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참가자 2명 235장 (6주차 몫을 앞당김)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 로직 + 스테레오·포즈 파이프라인 1차 통합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자세·근접 판정, 알림 상태머신 (--judge)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근접 사각지대 보완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어깨너비 기반 거리 역산 — 실측 검증 대기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필터 튜닝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완료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도구 구현·테스트. 카메라 반납 상태로 실측 미실시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 정확도 재검증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37~92cm 줄자 실측 (정렬 유무 차이 뚜렷하지 않음)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Related Work·System Architecture 초안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 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선행연구 2편 정독 완료, 문서화 남음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계획에 없던 것: 다인 환경 대응(자동 사용자 인식·추적), 라벨링 교차검증 도구, 교수님 피드백 반영 설계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현황 · 라벨링 교차검증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521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클래스별 수집 장수 (총 235장)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24028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1440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참가자 p01 166장 + p02 69장, 전부 2026-10-01 촬영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1691640"/>
            <a:ext cx="487375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931152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798" y="20628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92024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라벨링 교차검증 도구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256032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전체의 15%(36장)를 클래스 비율 유지로 추출, 파일명 숨겨 블라인드 폴더 생성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촬영 안 한 팀원이 독립 라벨링 → 일치율·혼동 쌍 자동 계산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결과: 불일치 2건은 고개만 기운 사진 → "tilt는 몸통 기울임만"으로 정의 확정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949440" y="3840480"/>
            <a:ext cx="2948940" cy="310896"/>
          </a:xfrm>
          <a:prstGeom prst="roundRect">
            <a:avLst>
              <a:gd name="adj" fmla="val 50000"/>
            </a:avLst>
          </a:prstGeom>
          <a:solidFill>
            <a:srgbClr val="1243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949440" y="3840480"/>
            <a:ext cx="2948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D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일치율 94.4% (34/36) — 기준 통과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675120" y="4389120"/>
            <a:ext cx="4873752" cy="1645920"/>
          </a:xfrm>
          <a:prstGeom prst="roundRect">
            <a:avLst>
              <a:gd name="adj" fmla="val 6667"/>
            </a:avLst>
          </a:prstGeom>
          <a:solidFill>
            <a:srgbClr val="3A2A2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949440" y="4498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949440" y="4800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권장은 3~5명, 날짜·조명·복장 분산. 지금은 2명·하루·한 환경이라 일반화 검증은 아직 못 합니다.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FIXES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 중 발견한 문제와 대응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가림 (self-occlusion)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위에서 내려다보는 각도라 고개를 내밀면 머리가 어깨·엉덩이를 가리고, 턱을 괴면 팔이 엉덩이를 가림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대응: 짧은 가림은 마지막 확실한 위치 유지, 긴 가림은 엉덩이-어깨 오프셋을 학습해 어깨를 따라 엉덩이 위치 추정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단위 테스트 포함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90288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934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4376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화면에 사람이 둘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6974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MoveNet SinglePose는 여러 명 중 누구를 잡을지 보장하지 않음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대응: 시작 직후 확실히 잡힌 사람을 사용자로 자동 인식 → 관심영역(ROI) + 깊이 0.3~1.0m 밖 제거 → Kalman 필터로 추적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다음 슬라이드에서 구조 설명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28432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84464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110" y="20628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이상치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26974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일부 사진에서 약 4.68m의 무효 수준 값이 기록됨 (홀 필링 영향으로 추정)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대응: depth 필터 비교 도구를 만들어 구멍메우기 on/off 비교로 원인 확정 예정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특징 확정(6주차) 때 이상치 필터링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HANDLING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다인 환경 대응: 자동 사용자 인식 + 추적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자동 인식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4320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확실히 잡힌 사람(코·어깨·엉덩이 중 2개 이상, confidence 0.15 이상)을 사용자로 고정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27832" y="3017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E0C4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10712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9659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958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79392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ROI 생성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66744" y="274320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어깨너비 ×2.2로 가로폭, 세로는 최초 값 고정. depth 범위는 사용자 거리 ±0.35m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998464" y="3017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E0C4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81344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9944" y="19659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21086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50024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마스킹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274320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ROI·깊이 범위 밖(다른 사람·배경)을 지운 뒤 MoveNet 입력. 저장 사진에도 동일 적용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769096" y="3017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E0C4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951976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9180576" y="19659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222" y="210860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20656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Kalman 추적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08008" y="274320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위치+속도 예측으로 사용자가 움직이거나 잠깐 가려져도 ROI가 따라감. 'r'로 재인식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9231"/>
            </a:avLst>
          </a:prstGeom>
          <a:solidFill>
            <a:srgbClr val="3A2A2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144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중간에 발견한 버그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" y="5230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마스크는 depth 0(무효) 픽셀도 지웠습니다. 그런데 너무 가까이 와서 depth가 무효가 된 사용자가 마스킹으로 사라져, 근접 구간 인식이 불가능했습니다. 무효 픽셀은 남기도록 고쳤습니다.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40080" y="6144768"/>
            <a:ext cx="3264408" cy="310896"/>
          </a:xfrm>
          <a:prstGeom prst="roundRect">
            <a:avLst>
              <a:gd name="adj" fmla="val 50000"/>
            </a:avLst>
          </a:prstGeom>
          <a:solidFill>
            <a:srgbClr val="3A2A2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40080" y="614476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두 명이 앉은 환경에서의 검증은 아직 — 한계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로직 1차 통합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자세(정상/주의/경고)와 화면 근접을 따로 판정해 OR로 결합 — 임계값은 1차 수집분 depth 중앙값 기반 잠정값(6주차 확정)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040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잠정 임계값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(실측 중앙값)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근접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머리·가슴 depth &lt; 0.40m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머리 ≥ 0.44m, 숙임 0.34~0.39m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앞숙임 / 뒤기댐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엉덩이−가슴 depth 차 &gt; +0.10m / &lt; −0.10m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−0.05, 숙임 +0.17, 기댐 −0.16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좌우 기울임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어깨 중점 좌우 치우침 &gt; 어깨너비 0.35배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미검증 (keypoint만 사용)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 단계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경고 임계값의 70% 이상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103120"/>
            <a:ext cx="3639312" cy="2834640"/>
          </a:xfrm>
          <a:prstGeom prst="roundRect">
            <a:avLst>
              <a:gd name="adj" fmla="val 3871"/>
            </a:avLst>
          </a:prstGeom>
          <a:solidFill>
            <a:srgbClr val="1265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상태머신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6517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근접: 감지 즉시 1회 → 60초 쿨다운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자세 경고: 연속 3회(15초) 지속 시 1회 → 5분 쿨다운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샘플링 5초 간격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59장의 depth 로그로 점검: 정상은 모두 정상, 숙임·기댐도 구분됨. 다만 일부 사진은 depth가 비어 판정 불가였고, 235장 전체는 depth가 사진에 안 남아 재계산이 불가능 — 앉아서 5자세를 시연하는 실측 검증이 필요합니다.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NEAR-RANGE FALLBACK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사각지대 보완: 화면 속 어깨너비로 거리 역산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· Z ≈ k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661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 = 화면 속 어깨너비(화면 너비 대비), Z = 거리. 핀홀 모델에서 w는 Z에 반비례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depth가 유효한 동안 k를 이동 중앙값으로 학습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40cm 미만에서 depth가 사라지면 Z ≈ k / w 로 역산해 근접 여부 판정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169164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455664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062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59752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이어지는 과제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473952" y="26517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현재 k는 사용자별로 학습 — 앉자마자 10샘플이 쌓이기 전에는 추정 불가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어깨가 가려지면 추정 불가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40cm 미만에서의 정확도는 미검증 (카메라 필요)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→ 교수님 피드백(매번 기준을 잡아야 하나?)에 따라 성인 평균 어깨너비로 시작하는 방식으로 바꿀 계획 (다음 파트)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교수님 피드백과 우리 상태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5879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피드백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상태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목표를 최소 fps가 아닌 최대 fps로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방향 수정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캡처 29.4fps 실측 있음 → 추론·마스킹 포함 전체 파이프라인 fps를 재측정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허리 위치 추정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반영됨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가림 보정 스무딩 + 엉덩이−가슴 depth 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정면 depth로 측면 자세 추정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반영됨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숙임·기댐이 depth 차로 분리됨 (정상 −0.05 / 숙임 +0.17 / 기댐 −0.16m)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앉을 때마다 기준점이 필요한가 → 절대값으로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중력 기준 각도 + 어깨너비 비율 (다음 슬라이드)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체형(복부·여성 체형 등) 두께 차이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미해결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비율로 줄이되 한계 인정, 체형 다양한 참가자 확보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거북목, 허리받침에서 엉덩이가 뜬 자세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head_forward_ratio, torso_pitch로 측정 — 클래스 정의는 6주차 논의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팔 위치·책상 높이 고려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3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미착수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어깨-팔꿈치-손목 keypoint로 6주차 이후 검토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POSTURE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절대값 판정 설계: 앉는 자리·카메라 각도·체격에 안 흔들리게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1265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복원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68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+ depth를 카메라 내부 파라미터로 3D 점(m)으로 되돌림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6459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874520"/>
            <a:ext cx="457200" cy="457200"/>
          </a:xfrm>
          <a:prstGeom prst="ellipse">
            <a:avLst/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중력 기준 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68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D455 내장 IMU(가속도계)로 위·앞·옆 축 생성. IMU 없으면 설치 각도 근사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6459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57032" y="1874520"/>
            <a:ext cx="457200" cy="457200"/>
          </a:xfrm>
          <a:prstGeom prst="ellipse">
            <a:avLst/>
          </a:prstGeom>
          <a:solidFill>
            <a:srgbClr val="1265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570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각도·비율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468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몸통·머리 벡터를 축에 분해 → 각도(°)와 어깨너비 대비 비율로 표현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대응 피드백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torso_pitch_deg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몸통의 수직 대비 앞(+)/뒤(−) 기울기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숙임·기댐, 엉덩이 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torso_roll_deg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몸통의 좌우 기울기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좌우 기울임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head_forward_ratio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어깨중점→코의 앞방향 성분 ÷ 어깨너비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거북목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shoulder_width_m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어깨 3D 거리 (체격 스케일)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체형 정규화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818120" y="3429000"/>
            <a:ext cx="3730752" cy="2286000"/>
          </a:xfrm>
          <a:prstGeom prst="roundRect">
            <a:avLst>
              <a:gd name="adj" fmla="val 4800"/>
            </a:avLst>
          </a:prstGeom>
          <a:solidFill>
            <a:srgbClr val="3A2A2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046720" y="3538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상태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384048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3D 자세 테스트에서 거리 0.6→0.9m, 체격 1.25배 변화에도 각도 변화 1° 미만, 카메라를 20° 기울여도 중력 방향을 알면 동일. 이는 계산식 검증이며 실제 사람·카메라 실측은 카메라 확보 후입니다.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근접 판정도 사용자별 학습 대신 성인 평균 어깨너비로 시작하는 방식으로 교체 예정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선행연구로 본 근거와 한계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Manghisi 외 (2017) · Kinect v2 K2RULA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깊이 카메라로 RULA를 실시간 계산. 광학 모션캡처와 총점 일치 0.97(κ=0.87), RULA 전문가와 0.96(κ=0.84)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몸통 굽힘을 수직 방향 대비 각도로 계산 → 우리 접근과 같은 계열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RULA는 구간이 넓어 각도 오차 영향이 줄어듦 → 정상/주의/경고 구간 설계의 근거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한계: 배우 1명, 실험실, 가림 없음. 인용된 연구에서 Kinect v2 목 각도 오차 큼 → 거북목 특징 주의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55664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59752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Rodrigues 외 (2022) · 3D-AJA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73952" y="26517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사무직 20명, 6가지 책상 세팅. 각도계 대비 평균 오차 5.6~8.5° (Kinect SDK 8.3~18.2°)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2D keypoint + 깊이로 3D 각도 계산이 SDK 골격보다 정확 → 우리 구성(MoveNet + depth)과 같은 계열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임상 기준(±5°)은 이 논문도 못 넘음 → 우리도 5~8° 수준이 현실적인 기대치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한계: 책상에 가려지면 성능 하락, 체형·성별 차이 분석엔 표본 부족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548640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265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14400" y="5486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논문 모두 거리 고정·카메라 정면 설치였고, '거리에 불변'과 'IMU로 기울기 보정'은 검증하지 않음 → 이 두 가지는 우리가 직접 실험으로 보일 부분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카메라 확보 후 할 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검증되지 않은 것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판정(--judge)의 실제 정확도 — 59장 로그 점검만 했고 5자세 시연 실측 없음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근접 보완의 40cm 미만 구간 정확도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두 명이 앉은 환경에서의 자동 인식·추적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depth 필터 프리셋 비교 (카메라가 다른 조에 있음)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절대 특징의 실제 분포·임계값, IMU 연동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체형 다양성 — 참가자 2명, 단일 날짜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55664" y="192024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59752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확보일에 한 번에 (체크리스트 작성 완료)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73952" y="26517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depth 필터 7개 프리셋 비교 — 40/60/80cm, 조명별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--judge 실측: 5자세, 근접 알림, 쿨다운, ROI 추적, 다인 환경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IMU 스트림·내부 파라미터 읽기, 새 특징을 캡처 로그에 기록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거리·카메라 기울기 불변성 실험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새 참가자·다른 조명/복장으로 추가 수집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반납 전 로그 커밋 — depth는 사후 복구 불가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6주차 계획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37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확보 시: 필터 튜닝·판정 실측·절대 특징 실험 (체크리스트대로)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76148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78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라벨링 마무리, 교차검증 결과 반영, 추가 참가자 수집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60273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027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41985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확정(depth 이상치 필터링 포함)과 임계값 확정 — RULA 참고 + RF 기준모델 학습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4398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43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6110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저장 계층 구현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2852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85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1023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논문: Related Work 마무리, System Architecture 초안 (선행연구 2편 반영)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이상으로 5주차 발표를 마치겠습니다. 질문 받겠습니다.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2026-10-06T10:32:32Z</dcterms:created>
  <dcterms:modified xsi:type="dcterms:W3CDTF">2026-10-06T10:32:32Z</dcterms:modified>
</cp:coreProperties>
</file>